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ppt/tags/tag26.xml" ContentType="application/vnd.openxmlformats-officedocument.presentationml.tags+xml"/>
  <Override PartName="/ppt/notesSlides/notesSlide26.xml" ContentType="application/vnd.openxmlformats-officedocument.presentationml.notesSlide+xml"/>
  <Override PartName="/ppt/tags/tag27.xml" ContentType="application/vnd.openxmlformats-officedocument.presentationml.tags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notesSlides/notesSlide28.xml" ContentType="application/vnd.openxmlformats-officedocument.presentationml.notesSlide+xml"/>
  <Override PartName="/ppt/tags/tag29.xml" ContentType="application/vnd.openxmlformats-officedocument.presentationml.tags+xml"/>
  <Override PartName="/ppt/notesSlides/notesSlide29.xml" ContentType="application/vnd.openxmlformats-officedocument.presentationml.notesSlide+xml"/>
  <Override PartName="/ppt/tags/tag30.xml" ContentType="application/vnd.openxmlformats-officedocument.presentationml.tags+xml"/>
  <Override PartName="/ppt/notesSlides/notesSlide30.xml" ContentType="application/vnd.openxmlformats-officedocument.presentationml.notesSlide+xml"/>
  <Override PartName="/ppt/tags/tag31.xml" ContentType="application/vnd.openxmlformats-officedocument.presentationml.tags+xml"/>
  <Override PartName="/ppt/notesSlides/notesSlide31.xml" ContentType="application/vnd.openxmlformats-officedocument.presentationml.notesSlide+xml"/>
  <Override PartName="/ppt/tags/tag32.xml" ContentType="application/vnd.openxmlformats-officedocument.presentationml.tags+xml"/>
  <Override PartName="/ppt/notesSlides/notesSlide32.xml" ContentType="application/vnd.openxmlformats-officedocument.presentationml.notesSlide+xml"/>
  <Override PartName="/ppt/tags/tag33.xml" ContentType="application/vnd.openxmlformats-officedocument.presentationml.tags+xml"/>
  <Override PartName="/ppt/notesSlides/notesSlide33.xml" ContentType="application/vnd.openxmlformats-officedocument.presentationml.notesSlide+xml"/>
  <Override PartName="/ppt/tags/tag34.xml" ContentType="application/vnd.openxmlformats-officedocument.presentationml.tags+xml"/>
  <Override PartName="/ppt/notesSlides/notesSlide34.xml" ContentType="application/vnd.openxmlformats-officedocument.presentationml.notesSlide+xml"/>
  <Override PartName="/ppt/tags/tag35.xml" ContentType="application/vnd.openxmlformats-officedocument.presentationml.tags+xml"/>
  <Override PartName="/ppt/notesSlides/notesSlide35.xml" ContentType="application/vnd.openxmlformats-officedocument.presentationml.notesSlide+xml"/>
  <Override PartName="/ppt/tags/tag36.xml" ContentType="application/vnd.openxmlformats-officedocument.presentationml.tags+xml"/>
  <Override PartName="/ppt/notesSlides/notesSlide36.xml" ContentType="application/vnd.openxmlformats-officedocument.presentationml.notesSlide+xml"/>
  <Override PartName="/ppt/tags/tag37.xml" ContentType="application/vnd.openxmlformats-officedocument.presentationml.tags+xml"/>
  <Override PartName="/ppt/notesSlides/notesSlide37.xml" ContentType="application/vnd.openxmlformats-officedocument.presentationml.notesSlide+xml"/>
  <Override PartName="/ppt/tags/tag38.xml" ContentType="application/vnd.openxmlformats-officedocument.presentationml.tags+xml"/>
  <Override PartName="/ppt/notesSlides/notesSlide38.xml" ContentType="application/vnd.openxmlformats-officedocument.presentationml.notesSlide+xml"/>
  <Override PartName="/ppt/tags/tag39.xml" ContentType="application/vnd.openxmlformats-officedocument.presentationml.tags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4"/>
  </p:notesMasterIdLst>
  <p:handoutMasterIdLst>
    <p:handoutMasterId r:id="rId45"/>
  </p:handoutMasterIdLst>
  <p:sldIdLst>
    <p:sldId id="315" r:id="rId2"/>
    <p:sldId id="1869" r:id="rId3"/>
    <p:sldId id="1874" r:id="rId4"/>
    <p:sldId id="1871" r:id="rId5"/>
    <p:sldId id="1905" r:id="rId6"/>
    <p:sldId id="1911" r:id="rId7"/>
    <p:sldId id="1909" r:id="rId8"/>
    <p:sldId id="1900" r:id="rId9"/>
    <p:sldId id="1910" r:id="rId10"/>
    <p:sldId id="1907" r:id="rId11"/>
    <p:sldId id="1908" r:id="rId12"/>
    <p:sldId id="1901" r:id="rId13"/>
    <p:sldId id="1906" r:id="rId14"/>
    <p:sldId id="1914" r:id="rId15"/>
    <p:sldId id="1912" r:id="rId16"/>
    <p:sldId id="1913" r:id="rId17"/>
    <p:sldId id="1870" r:id="rId18"/>
    <p:sldId id="1879" r:id="rId19"/>
    <p:sldId id="1891" r:id="rId20"/>
    <p:sldId id="1902" r:id="rId21"/>
    <p:sldId id="1903" r:id="rId22"/>
    <p:sldId id="1922" r:id="rId23"/>
    <p:sldId id="1918" r:id="rId24"/>
    <p:sldId id="1877" r:id="rId25"/>
    <p:sldId id="1880" r:id="rId26"/>
    <p:sldId id="1881" r:id="rId27"/>
    <p:sldId id="1883" r:id="rId28"/>
    <p:sldId id="1920" r:id="rId29"/>
    <p:sldId id="1921" r:id="rId30"/>
    <p:sldId id="1919" r:id="rId31"/>
    <p:sldId id="1884" r:id="rId32"/>
    <p:sldId id="1885" r:id="rId33"/>
    <p:sldId id="1886" r:id="rId34"/>
    <p:sldId id="1888" r:id="rId35"/>
    <p:sldId id="1893" r:id="rId36"/>
    <p:sldId id="1892" r:id="rId37"/>
    <p:sldId id="1889" r:id="rId38"/>
    <p:sldId id="1894" r:id="rId39"/>
    <p:sldId id="1896" r:id="rId40"/>
    <p:sldId id="1895" r:id="rId41"/>
    <p:sldId id="1898" r:id="rId42"/>
    <p:sldId id="46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0FEF91F-1E90-493F-958D-5DD030754175}">
          <p14:sldIdLst>
            <p14:sldId id="315"/>
            <p14:sldId id="1869"/>
            <p14:sldId id="1874"/>
            <p14:sldId id="1871"/>
            <p14:sldId id="1905"/>
            <p14:sldId id="1911"/>
            <p14:sldId id="1909"/>
            <p14:sldId id="1900"/>
            <p14:sldId id="1910"/>
            <p14:sldId id="1907"/>
            <p14:sldId id="1908"/>
            <p14:sldId id="1901"/>
            <p14:sldId id="1906"/>
            <p14:sldId id="1914"/>
            <p14:sldId id="1912"/>
            <p14:sldId id="1913"/>
            <p14:sldId id="1870"/>
            <p14:sldId id="1879"/>
            <p14:sldId id="1891"/>
            <p14:sldId id="1902"/>
            <p14:sldId id="1903"/>
            <p14:sldId id="1922"/>
            <p14:sldId id="1918"/>
            <p14:sldId id="1877"/>
            <p14:sldId id="1880"/>
            <p14:sldId id="1881"/>
            <p14:sldId id="1883"/>
            <p14:sldId id="1920"/>
            <p14:sldId id="1921"/>
            <p14:sldId id="1919"/>
            <p14:sldId id="1884"/>
            <p14:sldId id="1885"/>
            <p14:sldId id="1886"/>
            <p14:sldId id="1888"/>
            <p14:sldId id="1893"/>
            <p14:sldId id="1892"/>
            <p14:sldId id="1889"/>
            <p14:sldId id="1894"/>
            <p14:sldId id="1896"/>
            <p14:sldId id="1895"/>
            <p14:sldId id="1898"/>
            <p14:sldId id="465"/>
          </p14:sldIdLst>
        </p14:section>
        <p14:section name="Store" id="{99F90279-42E7-411D-A27A-8C0A36389AB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EBA090-0AE9-9F8E-40EE-5CC243E7E5EE}" name="Wes Austin" initials="WA" userId="Wes Austi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rthum, Bryan Michael" initials="PBM" lastIdx="3" clrIdx="0">
    <p:extLst>
      <p:ext uri="{19B8F6BF-5375-455C-9EA6-DF929625EA0E}">
        <p15:presenceInfo xmlns:p15="http://schemas.microsoft.com/office/powerpoint/2012/main" userId="S-1-5-21-2509641344-1052565914-3260824488-13179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3F314"/>
    <a:srgbClr val="FF9900"/>
    <a:srgbClr val="00B050"/>
    <a:srgbClr val="007033"/>
    <a:srgbClr val="C00000"/>
    <a:srgbClr val="2E6187"/>
    <a:srgbClr val="E09878"/>
    <a:srgbClr val="00002E"/>
    <a:srgbClr val="3B19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2327" autoAdjust="0"/>
  </p:normalViewPr>
  <p:slideViewPr>
    <p:cSldViewPr snapToGrid="0">
      <p:cViewPr varScale="1">
        <p:scale>
          <a:sx n="82" d="100"/>
          <a:sy n="82" d="100"/>
        </p:scale>
        <p:origin x="16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stin, Wes" userId="af0a08d3-450a-44fe-af25-05348afc4137" providerId="ADAL" clId="{C49FB310-5981-4FD6-87E0-836997F1AE76}"/>
    <pc:docChg chg="undo custSel addSld delSld modSld sldOrd modSection">
      <pc:chgData name="Austin, Wes" userId="af0a08d3-450a-44fe-af25-05348afc4137" providerId="ADAL" clId="{C49FB310-5981-4FD6-87E0-836997F1AE76}" dt="2022-11-21T20:57:20.872" v="5547" actId="1076"/>
      <pc:docMkLst>
        <pc:docMk/>
      </pc:docMkLst>
      <pc:sldChg chg="del">
        <pc:chgData name="Austin, Wes" userId="af0a08d3-450a-44fe-af25-05348afc4137" providerId="ADAL" clId="{C49FB310-5981-4FD6-87E0-836997F1AE76}" dt="2022-11-21T19:45:12.311" v="3271" actId="47"/>
        <pc:sldMkLst>
          <pc:docMk/>
          <pc:sldMk cId="2424692355" sldId="400"/>
        </pc:sldMkLst>
      </pc:sldChg>
      <pc:sldChg chg="addSp delSp modSp del mod">
        <pc:chgData name="Austin, Wes" userId="af0a08d3-450a-44fe-af25-05348afc4137" providerId="ADAL" clId="{C49FB310-5981-4FD6-87E0-836997F1AE76}" dt="2022-11-21T20:32:45.877" v="5160" actId="47"/>
        <pc:sldMkLst>
          <pc:docMk/>
          <pc:sldMk cId="3290310832" sldId="406"/>
        </pc:sldMkLst>
        <pc:picChg chg="del">
          <ac:chgData name="Austin, Wes" userId="af0a08d3-450a-44fe-af25-05348afc4137" providerId="ADAL" clId="{C49FB310-5981-4FD6-87E0-836997F1AE76}" dt="2022-11-21T19:45:35.099" v="3272" actId="478"/>
          <ac:picMkLst>
            <pc:docMk/>
            <pc:sldMk cId="3290310832" sldId="406"/>
            <ac:picMk id="3" creationId="{00000000-0000-0000-0000-000000000000}"/>
          </ac:picMkLst>
        </pc:picChg>
        <pc:picChg chg="del">
          <ac:chgData name="Austin, Wes" userId="af0a08d3-450a-44fe-af25-05348afc4137" providerId="ADAL" clId="{C49FB310-5981-4FD6-87E0-836997F1AE76}" dt="2022-11-21T19:45:35.816" v="3273" actId="478"/>
          <ac:picMkLst>
            <pc:docMk/>
            <pc:sldMk cId="3290310832" sldId="406"/>
            <ac:picMk id="4" creationId="{00000000-0000-0000-0000-000000000000}"/>
          </ac:picMkLst>
        </pc:picChg>
        <pc:picChg chg="del">
          <ac:chgData name="Austin, Wes" userId="af0a08d3-450a-44fe-af25-05348afc4137" providerId="ADAL" clId="{C49FB310-5981-4FD6-87E0-836997F1AE76}" dt="2022-11-21T19:45:36.519" v="3274" actId="478"/>
          <ac:picMkLst>
            <pc:docMk/>
            <pc:sldMk cId="3290310832" sldId="406"/>
            <ac:picMk id="5" creationId="{00000000-0000-0000-0000-000000000000}"/>
          </ac:picMkLst>
        </pc:picChg>
        <pc:picChg chg="add mod">
          <ac:chgData name="Austin, Wes" userId="af0a08d3-450a-44fe-af25-05348afc4137" providerId="ADAL" clId="{C49FB310-5981-4FD6-87E0-836997F1AE76}" dt="2022-11-21T19:46:27.556" v="3288" actId="1076"/>
          <ac:picMkLst>
            <pc:docMk/>
            <pc:sldMk cId="3290310832" sldId="406"/>
            <ac:picMk id="7" creationId="{B28E145A-1500-4803-B5B9-8B13FB6AEE3D}"/>
          </ac:picMkLst>
        </pc:picChg>
        <pc:picChg chg="add mod">
          <ac:chgData name="Austin, Wes" userId="af0a08d3-450a-44fe-af25-05348afc4137" providerId="ADAL" clId="{C49FB310-5981-4FD6-87E0-836997F1AE76}" dt="2022-11-21T19:46:23.648" v="3286" actId="1076"/>
          <ac:picMkLst>
            <pc:docMk/>
            <pc:sldMk cId="3290310832" sldId="406"/>
            <ac:picMk id="9" creationId="{9E4B5CB4-B1A1-429A-97B4-1F2E2461FAB7}"/>
          </ac:picMkLst>
        </pc:picChg>
        <pc:picChg chg="add mod">
          <ac:chgData name="Austin, Wes" userId="af0a08d3-450a-44fe-af25-05348afc4137" providerId="ADAL" clId="{C49FB310-5981-4FD6-87E0-836997F1AE76}" dt="2022-11-21T19:46:19.326" v="3284" actId="1076"/>
          <ac:picMkLst>
            <pc:docMk/>
            <pc:sldMk cId="3290310832" sldId="406"/>
            <ac:picMk id="11" creationId="{B2C6D710-7531-4E45-8635-5DD2F1B6C9D9}"/>
          </ac:picMkLst>
        </pc:picChg>
      </pc:sldChg>
      <pc:sldChg chg="del">
        <pc:chgData name="Austin, Wes" userId="af0a08d3-450a-44fe-af25-05348afc4137" providerId="ADAL" clId="{C49FB310-5981-4FD6-87E0-836997F1AE76}" dt="2022-11-21T20:32:45.877" v="5160" actId="47"/>
        <pc:sldMkLst>
          <pc:docMk/>
          <pc:sldMk cId="1981744449" sldId="407"/>
        </pc:sldMkLst>
      </pc:sldChg>
      <pc:sldChg chg="addSp delSp modSp del mod">
        <pc:chgData name="Austin, Wes" userId="af0a08d3-450a-44fe-af25-05348afc4137" providerId="ADAL" clId="{C49FB310-5981-4FD6-87E0-836997F1AE76}" dt="2022-11-21T20:32:45.877" v="5160" actId="47"/>
        <pc:sldMkLst>
          <pc:docMk/>
          <pc:sldMk cId="649826857" sldId="408"/>
        </pc:sldMkLst>
        <pc:spChg chg="mod">
          <ac:chgData name="Austin, Wes" userId="af0a08d3-450a-44fe-af25-05348afc4137" providerId="ADAL" clId="{C49FB310-5981-4FD6-87E0-836997F1AE76}" dt="2022-11-21T19:50:47.194" v="3443" actId="20577"/>
          <ac:spMkLst>
            <pc:docMk/>
            <pc:sldMk cId="649826857" sldId="408"/>
            <ac:spMk id="6" creationId="{02741E8D-40F7-F898-3AB8-0C024092ED6E}"/>
          </ac:spMkLst>
        </pc:spChg>
        <pc:picChg chg="del">
          <ac:chgData name="Austin, Wes" userId="af0a08d3-450a-44fe-af25-05348afc4137" providerId="ADAL" clId="{C49FB310-5981-4FD6-87E0-836997F1AE76}" dt="2022-11-21T19:50:25.341" v="3434" actId="478"/>
          <ac:picMkLst>
            <pc:docMk/>
            <pc:sldMk cId="649826857" sldId="408"/>
            <ac:picMk id="3" creationId="{00000000-0000-0000-0000-000000000000}"/>
          </ac:picMkLst>
        </pc:picChg>
        <pc:picChg chg="del">
          <ac:chgData name="Austin, Wes" userId="af0a08d3-450a-44fe-af25-05348afc4137" providerId="ADAL" clId="{C49FB310-5981-4FD6-87E0-836997F1AE76}" dt="2022-11-21T19:50:33.596" v="3435" actId="478"/>
          <ac:picMkLst>
            <pc:docMk/>
            <pc:sldMk cId="649826857" sldId="408"/>
            <ac:picMk id="4" creationId="{00000000-0000-0000-0000-000000000000}"/>
          </ac:picMkLst>
        </pc:picChg>
        <pc:picChg chg="del">
          <ac:chgData name="Austin, Wes" userId="af0a08d3-450a-44fe-af25-05348afc4137" providerId="ADAL" clId="{C49FB310-5981-4FD6-87E0-836997F1AE76}" dt="2022-11-21T19:50:07.418" v="3429" actId="478"/>
          <ac:picMkLst>
            <pc:docMk/>
            <pc:sldMk cId="649826857" sldId="408"/>
            <ac:picMk id="5" creationId="{00000000-0000-0000-0000-000000000000}"/>
          </ac:picMkLst>
        </pc:picChg>
        <pc:picChg chg="add mod">
          <ac:chgData name="Austin, Wes" userId="af0a08d3-450a-44fe-af25-05348afc4137" providerId="ADAL" clId="{C49FB310-5981-4FD6-87E0-836997F1AE76}" dt="2022-11-21T19:50:44.025" v="3442" actId="1076"/>
          <ac:picMkLst>
            <pc:docMk/>
            <pc:sldMk cId="649826857" sldId="408"/>
            <ac:picMk id="7" creationId="{9DC513BA-C72D-497E-A3E7-DE0DFBF5421E}"/>
          </ac:picMkLst>
        </pc:picChg>
        <pc:picChg chg="add mod">
          <ac:chgData name="Austin, Wes" userId="af0a08d3-450a-44fe-af25-05348afc4137" providerId="ADAL" clId="{C49FB310-5981-4FD6-87E0-836997F1AE76}" dt="2022-11-21T19:50:40.432" v="3440" actId="1076"/>
          <ac:picMkLst>
            <pc:docMk/>
            <pc:sldMk cId="649826857" sldId="408"/>
            <ac:picMk id="9" creationId="{A3ED5A67-D954-4EA6-8F9D-B97A8F412681}"/>
          </ac:picMkLst>
        </pc:picChg>
      </pc:sldChg>
      <pc:sldChg chg="delSp modSp mod">
        <pc:chgData name="Austin, Wes" userId="af0a08d3-450a-44fe-af25-05348afc4137" providerId="ADAL" clId="{C49FB310-5981-4FD6-87E0-836997F1AE76}" dt="2022-11-21T20:18:17.080" v="4664" actId="14100"/>
        <pc:sldMkLst>
          <pc:docMk/>
          <pc:sldMk cId="1473508937" sldId="465"/>
        </pc:sldMkLst>
        <pc:spChg chg="del">
          <ac:chgData name="Austin, Wes" userId="af0a08d3-450a-44fe-af25-05348afc4137" providerId="ADAL" clId="{C49FB310-5981-4FD6-87E0-836997F1AE76}" dt="2022-11-21T20:18:14.155" v="4663" actId="478"/>
          <ac:spMkLst>
            <pc:docMk/>
            <pc:sldMk cId="1473508937" sldId="465"/>
            <ac:spMk id="3" creationId="{ED954687-B5E4-12A8-4455-034F20E52CD4}"/>
          </ac:spMkLst>
        </pc:spChg>
        <pc:spChg chg="mod">
          <ac:chgData name="Austin, Wes" userId="af0a08d3-450a-44fe-af25-05348afc4137" providerId="ADAL" clId="{C49FB310-5981-4FD6-87E0-836997F1AE76}" dt="2022-11-21T20:18:17.080" v="4664" actId="14100"/>
          <ac:spMkLst>
            <pc:docMk/>
            <pc:sldMk cId="1473508937" sldId="465"/>
            <ac:spMk id="11" creationId="{1DF8D491-E9D6-4622-95D9-A31A202ACC5D}"/>
          </ac:spMkLst>
        </pc:spChg>
        <pc:picChg chg="del">
          <ac:chgData name="Austin, Wes" userId="af0a08d3-450a-44fe-af25-05348afc4137" providerId="ADAL" clId="{C49FB310-5981-4FD6-87E0-836997F1AE76}" dt="2022-11-21T20:18:09.150" v="4661" actId="478"/>
          <ac:picMkLst>
            <pc:docMk/>
            <pc:sldMk cId="1473508937" sldId="465"/>
            <ac:picMk id="2" creationId="{1F4A7EA0-BEEF-2D2C-2CB8-4459A1F12678}"/>
          </ac:picMkLst>
        </pc:picChg>
      </pc:sldChg>
      <pc:sldChg chg="addSp delSp modSp del mod">
        <pc:chgData name="Austin, Wes" userId="af0a08d3-450a-44fe-af25-05348afc4137" providerId="ADAL" clId="{C49FB310-5981-4FD6-87E0-836997F1AE76}" dt="2022-11-21T20:32:45.877" v="5160" actId="47"/>
        <pc:sldMkLst>
          <pc:docMk/>
          <pc:sldMk cId="3052545762" sldId="842"/>
        </pc:sldMkLst>
        <pc:spChg chg="mod">
          <ac:chgData name="Austin, Wes" userId="af0a08d3-450a-44fe-af25-05348afc4137" providerId="ADAL" clId="{C49FB310-5981-4FD6-87E0-836997F1AE76}" dt="2022-11-21T19:40:22.148" v="2841" actId="14100"/>
          <ac:spMkLst>
            <pc:docMk/>
            <pc:sldMk cId="3052545762" sldId="842"/>
            <ac:spMk id="2" creationId="{CCA68CF1-64AA-0B20-4424-D155387E6C7D}"/>
          </ac:spMkLst>
        </pc:spChg>
        <pc:spChg chg="mod">
          <ac:chgData name="Austin, Wes" userId="af0a08d3-450a-44fe-af25-05348afc4137" providerId="ADAL" clId="{C49FB310-5981-4FD6-87E0-836997F1AE76}" dt="2022-11-21T19:42:30.032" v="2903" actId="20577"/>
          <ac:spMkLst>
            <pc:docMk/>
            <pc:sldMk cId="3052545762" sldId="842"/>
            <ac:spMk id="11" creationId="{462E9AFE-FCE3-4594-A4DB-141C6B7644D4}"/>
          </ac:spMkLst>
        </pc:spChg>
        <pc:picChg chg="add del mod">
          <ac:chgData name="Austin, Wes" userId="af0a08d3-450a-44fe-af25-05348afc4137" providerId="ADAL" clId="{C49FB310-5981-4FD6-87E0-836997F1AE76}" dt="2022-11-21T19:40:21.732" v="2840" actId="22"/>
          <ac:picMkLst>
            <pc:docMk/>
            <pc:sldMk cId="3052545762" sldId="842"/>
            <ac:picMk id="4" creationId="{ED1D1214-BDC9-4414-962A-059CA50BEDBD}"/>
          </ac:picMkLst>
        </pc:picChg>
      </pc:sldChg>
      <pc:sldChg chg="addSp delSp modSp mod">
        <pc:chgData name="Austin, Wes" userId="af0a08d3-450a-44fe-af25-05348afc4137" providerId="ADAL" clId="{C49FB310-5981-4FD6-87E0-836997F1AE76}" dt="2022-11-21T20:44:07.229" v="5451" actId="14100"/>
        <pc:sldMkLst>
          <pc:docMk/>
          <pc:sldMk cId="3121520449" sldId="1864"/>
        </pc:sldMkLst>
        <pc:spChg chg="del">
          <ac:chgData name="Austin, Wes" userId="af0a08d3-450a-44fe-af25-05348afc4137" providerId="ADAL" clId="{C49FB310-5981-4FD6-87E0-836997F1AE76}" dt="2022-11-21T20:43:34.378" v="5441" actId="478"/>
          <ac:spMkLst>
            <pc:docMk/>
            <pc:sldMk cId="3121520449" sldId="1864"/>
            <ac:spMk id="6" creationId="{CF3B6E24-DB3D-B758-FD74-F84B1CA3D961}"/>
          </ac:spMkLst>
        </pc:spChg>
        <pc:picChg chg="add del mod">
          <ac:chgData name="Austin, Wes" userId="af0a08d3-450a-44fe-af25-05348afc4137" providerId="ADAL" clId="{C49FB310-5981-4FD6-87E0-836997F1AE76}" dt="2022-11-21T20:43:33.006" v="5440" actId="478"/>
          <ac:picMkLst>
            <pc:docMk/>
            <pc:sldMk cId="3121520449" sldId="1864"/>
            <ac:picMk id="5" creationId="{75AA6A0F-D179-DA47-A685-5E7C4057D97D}"/>
          </ac:picMkLst>
        </pc:picChg>
        <pc:picChg chg="add del mod">
          <ac:chgData name="Austin, Wes" userId="af0a08d3-450a-44fe-af25-05348afc4137" providerId="ADAL" clId="{C49FB310-5981-4FD6-87E0-836997F1AE76}" dt="2022-11-21T20:43:28.479" v="5437"/>
          <ac:picMkLst>
            <pc:docMk/>
            <pc:sldMk cId="3121520449" sldId="1864"/>
            <ac:picMk id="8" creationId="{136A5C85-8EF8-426E-A26A-F546FEF6AA06}"/>
          </ac:picMkLst>
        </pc:picChg>
        <pc:picChg chg="add del mod">
          <ac:chgData name="Austin, Wes" userId="af0a08d3-450a-44fe-af25-05348afc4137" providerId="ADAL" clId="{C49FB310-5981-4FD6-87E0-836997F1AE76}" dt="2022-11-21T20:43:35.827" v="5443"/>
          <ac:picMkLst>
            <pc:docMk/>
            <pc:sldMk cId="3121520449" sldId="1864"/>
            <ac:picMk id="10" creationId="{F27B9F9A-3BEB-484A-A794-205D8BB83DE6}"/>
          </ac:picMkLst>
        </pc:picChg>
        <pc:picChg chg="add mod">
          <ac:chgData name="Austin, Wes" userId="af0a08d3-450a-44fe-af25-05348afc4137" providerId="ADAL" clId="{C49FB310-5981-4FD6-87E0-836997F1AE76}" dt="2022-11-21T20:43:41.429" v="5445" actId="14100"/>
          <ac:picMkLst>
            <pc:docMk/>
            <pc:sldMk cId="3121520449" sldId="1864"/>
            <ac:picMk id="11" creationId="{1B561FD2-02FC-4630-A574-F492F05D82E0}"/>
          </ac:picMkLst>
        </pc:picChg>
        <pc:cxnChg chg="add mod">
          <ac:chgData name="Austin, Wes" userId="af0a08d3-450a-44fe-af25-05348afc4137" providerId="ADAL" clId="{C49FB310-5981-4FD6-87E0-836997F1AE76}" dt="2022-11-21T20:44:07.229" v="5451" actId="14100"/>
          <ac:cxnSpMkLst>
            <pc:docMk/>
            <pc:sldMk cId="3121520449" sldId="1864"/>
            <ac:cxnSpMk id="12" creationId="{835BAE8F-C823-4FCF-9811-BE31CBC459D8}"/>
          </ac:cxnSpMkLst>
        </pc:cxnChg>
      </pc:sldChg>
      <pc:sldChg chg="addSp modSp mod">
        <pc:chgData name="Austin, Wes" userId="af0a08d3-450a-44fe-af25-05348afc4137" providerId="ADAL" clId="{C49FB310-5981-4FD6-87E0-836997F1AE76}" dt="2022-11-21T20:53:23.490" v="5543" actId="1076"/>
        <pc:sldMkLst>
          <pc:docMk/>
          <pc:sldMk cId="4266501964" sldId="1870"/>
        </pc:sldMkLst>
        <pc:spChg chg="add mod">
          <ac:chgData name="Austin, Wes" userId="af0a08d3-450a-44fe-af25-05348afc4137" providerId="ADAL" clId="{C49FB310-5981-4FD6-87E0-836997F1AE76}" dt="2022-11-21T20:53:23.490" v="5543" actId="1076"/>
          <ac:spMkLst>
            <pc:docMk/>
            <pc:sldMk cId="4266501964" sldId="1870"/>
            <ac:spMk id="2" creationId="{83D9682B-F5F4-474D-B514-9E058A07A0AE}"/>
          </ac:spMkLst>
        </pc:spChg>
        <pc:spChg chg="mod">
          <ac:chgData name="Austin, Wes" userId="af0a08d3-450a-44fe-af25-05348afc4137" providerId="ADAL" clId="{C49FB310-5981-4FD6-87E0-836997F1AE76}" dt="2022-11-21T17:39:07.842" v="1406" actId="20577"/>
          <ac:spMkLst>
            <pc:docMk/>
            <pc:sldMk cId="4266501964" sldId="1870"/>
            <ac:spMk id="7" creationId="{D12B789B-9CAD-450D-9ED4-AC8DA46BD4CB}"/>
          </ac:spMkLst>
        </pc:spChg>
      </pc:sldChg>
      <pc:sldChg chg="addSp modSp mod modNotesTx">
        <pc:chgData name="Austin, Wes" userId="af0a08d3-450a-44fe-af25-05348afc4137" providerId="ADAL" clId="{C49FB310-5981-4FD6-87E0-836997F1AE76}" dt="2022-11-21T19:58:17.149" v="3773" actId="20577"/>
        <pc:sldMkLst>
          <pc:docMk/>
          <pc:sldMk cId="3438325560" sldId="1871"/>
        </pc:sldMkLst>
        <pc:spChg chg="add mod">
          <ac:chgData name="Austin, Wes" userId="af0a08d3-450a-44fe-af25-05348afc4137" providerId="ADAL" clId="{C49FB310-5981-4FD6-87E0-836997F1AE76}" dt="2022-11-21T17:22:31.953" v="679" actId="1076"/>
          <ac:spMkLst>
            <pc:docMk/>
            <pc:sldMk cId="3438325560" sldId="1871"/>
            <ac:spMk id="6" creationId="{6AEAC3BA-5782-4FD9-85AA-47FD0A0555E2}"/>
          </ac:spMkLst>
        </pc:spChg>
        <pc:spChg chg="mod">
          <ac:chgData name="Austin, Wes" userId="af0a08d3-450a-44fe-af25-05348afc4137" providerId="ADAL" clId="{C49FB310-5981-4FD6-87E0-836997F1AE76}" dt="2022-11-21T16:20:41.649" v="1" actId="20577"/>
          <ac:spMkLst>
            <pc:docMk/>
            <pc:sldMk cId="3438325560" sldId="1871"/>
            <ac:spMk id="9" creationId="{9A8AE995-3761-4E8E-B676-D7F73B916651}"/>
          </ac:spMkLst>
        </pc:spChg>
      </pc:sldChg>
      <pc:sldChg chg="modSp mod">
        <pc:chgData name="Austin, Wes" userId="af0a08d3-450a-44fe-af25-05348afc4137" providerId="ADAL" clId="{C49FB310-5981-4FD6-87E0-836997F1AE76}" dt="2022-11-21T20:07:21.317" v="4469" actId="20577"/>
        <pc:sldMkLst>
          <pc:docMk/>
          <pc:sldMk cId="3206654734" sldId="1874"/>
        </pc:sldMkLst>
        <pc:spChg chg="mod">
          <ac:chgData name="Austin, Wes" userId="af0a08d3-450a-44fe-af25-05348afc4137" providerId="ADAL" clId="{C49FB310-5981-4FD6-87E0-836997F1AE76}" dt="2022-11-21T20:07:21.317" v="4469" actId="20577"/>
          <ac:spMkLst>
            <pc:docMk/>
            <pc:sldMk cId="3206654734" sldId="1874"/>
            <ac:spMk id="3" creationId="{7050ABE8-D54D-C1C5-DE4A-89BE0619D94A}"/>
          </ac:spMkLst>
        </pc:spChg>
      </pc:sldChg>
      <pc:sldChg chg="modSp del mod">
        <pc:chgData name="Austin, Wes" userId="af0a08d3-450a-44fe-af25-05348afc4137" providerId="ADAL" clId="{C49FB310-5981-4FD6-87E0-836997F1AE76}" dt="2022-11-21T19:34:24.055" v="2825" actId="47"/>
        <pc:sldMkLst>
          <pc:docMk/>
          <pc:sldMk cId="4193909794" sldId="1875"/>
        </pc:sldMkLst>
        <pc:spChg chg="mod">
          <ac:chgData name="Austin, Wes" userId="af0a08d3-450a-44fe-af25-05348afc4137" providerId="ADAL" clId="{C49FB310-5981-4FD6-87E0-836997F1AE76}" dt="2022-11-21T17:38:14.155" v="1360" actId="20577"/>
          <ac:spMkLst>
            <pc:docMk/>
            <pc:sldMk cId="4193909794" sldId="1875"/>
            <ac:spMk id="3" creationId="{7050ABE8-D54D-C1C5-DE4A-89BE0619D94A}"/>
          </ac:spMkLst>
        </pc:spChg>
      </pc:sldChg>
      <pc:sldChg chg="del">
        <pc:chgData name="Austin, Wes" userId="af0a08d3-450a-44fe-af25-05348afc4137" providerId="ADAL" clId="{C49FB310-5981-4FD6-87E0-836997F1AE76}" dt="2022-11-21T17:38:28.032" v="1361" actId="47"/>
        <pc:sldMkLst>
          <pc:docMk/>
          <pc:sldMk cId="792432668" sldId="1876"/>
        </pc:sldMkLst>
      </pc:sldChg>
      <pc:sldChg chg="addSp delSp modSp mod">
        <pc:chgData name="Austin, Wes" userId="af0a08d3-450a-44fe-af25-05348afc4137" providerId="ADAL" clId="{C49FB310-5981-4FD6-87E0-836997F1AE76}" dt="2022-11-21T20:15:40.355" v="4578" actId="403"/>
        <pc:sldMkLst>
          <pc:docMk/>
          <pc:sldMk cId="1620023608" sldId="1877"/>
        </pc:sldMkLst>
        <pc:spChg chg="mod">
          <ac:chgData name="Austin, Wes" userId="af0a08d3-450a-44fe-af25-05348afc4137" providerId="ADAL" clId="{C49FB310-5981-4FD6-87E0-836997F1AE76}" dt="2022-11-21T20:15:40.355" v="4578" actId="403"/>
          <ac:spMkLst>
            <pc:docMk/>
            <pc:sldMk cId="1620023608" sldId="1877"/>
            <ac:spMk id="3" creationId="{7050ABE8-D54D-C1C5-DE4A-89BE0619D94A}"/>
          </ac:spMkLst>
        </pc:spChg>
        <pc:spChg chg="add mod">
          <ac:chgData name="Austin, Wes" userId="af0a08d3-450a-44fe-af25-05348afc4137" providerId="ADAL" clId="{C49FB310-5981-4FD6-87E0-836997F1AE76}" dt="2022-11-21T20:03:52.859" v="4243"/>
          <ac:spMkLst>
            <pc:docMk/>
            <pc:sldMk cId="1620023608" sldId="1877"/>
            <ac:spMk id="5" creationId="{45F2D881-FA68-415A-B345-95A2E5980879}"/>
          </ac:spMkLst>
        </pc:spChg>
        <pc:spChg chg="del">
          <ac:chgData name="Austin, Wes" userId="af0a08d3-450a-44fe-af25-05348afc4137" providerId="ADAL" clId="{C49FB310-5981-4FD6-87E0-836997F1AE76}" dt="2022-11-21T20:03:52.677" v="4242" actId="478"/>
          <ac:spMkLst>
            <pc:docMk/>
            <pc:sldMk cId="1620023608" sldId="1877"/>
            <ac:spMk id="7" creationId="{D12B789B-9CAD-450D-9ED4-AC8DA46BD4CB}"/>
          </ac:spMkLst>
        </pc:spChg>
      </pc:sldChg>
      <pc:sldChg chg="addSp modSp mod">
        <pc:chgData name="Austin, Wes" userId="af0a08d3-450a-44fe-af25-05348afc4137" providerId="ADAL" clId="{C49FB310-5981-4FD6-87E0-836997F1AE76}" dt="2022-11-21T20:04:18.225" v="4317" actId="20577"/>
        <pc:sldMkLst>
          <pc:docMk/>
          <pc:sldMk cId="1505530832" sldId="1879"/>
        </pc:sldMkLst>
        <pc:spChg chg="mod">
          <ac:chgData name="Austin, Wes" userId="af0a08d3-450a-44fe-af25-05348afc4137" providerId="ADAL" clId="{C49FB310-5981-4FD6-87E0-836997F1AE76}" dt="2022-11-21T20:04:18.225" v="4317" actId="20577"/>
          <ac:spMkLst>
            <pc:docMk/>
            <pc:sldMk cId="1505530832" sldId="1879"/>
            <ac:spMk id="3" creationId="{7050ABE8-D54D-C1C5-DE4A-89BE0619D94A}"/>
          </ac:spMkLst>
        </pc:spChg>
        <pc:spChg chg="mod">
          <ac:chgData name="Austin, Wes" userId="af0a08d3-450a-44fe-af25-05348afc4137" providerId="ADAL" clId="{C49FB310-5981-4FD6-87E0-836997F1AE76}" dt="2022-11-21T20:02:03.100" v="3969" actId="20577"/>
          <ac:spMkLst>
            <pc:docMk/>
            <pc:sldMk cId="1505530832" sldId="1879"/>
            <ac:spMk id="7" creationId="{D12B789B-9CAD-450D-9ED4-AC8DA46BD4CB}"/>
          </ac:spMkLst>
        </pc:spChg>
        <pc:picChg chg="add mod">
          <ac:chgData name="Austin, Wes" userId="af0a08d3-450a-44fe-af25-05348afc4137" providerId="ADAL" clId="{C49FB310-5981-4FD6-87E0-836997F1AE76}" dt="2022-11-21T20:03:13.075" v="4199" actId="1076"/>
          <ac:picMkLst>
            <pc:docMk/>
            <pc:sldMk cId="1505530832" sldId="1879"/>
            <ac:picMk id="4" creationId="{64CDC356-A74E-48D2-805F-C40F4246715E}"/>
          </ac:picMkLst>
        </pc:picChg>
      </pc:sldChg>
      <pc:sldChg chg="modSp mod">
        <pc:chgData name="Austin, Wes" userId="af0a08d3-450a-44fe-af25-05348afc4137" providerId="ADAL" clId="{C49FB310-5981-4FD6-87E0-836997F1AE76}" dt="2022-11-21T20:16:10.020" v="4580" actId="403"/>
        <pc:sldMkLst>
          <pc:docMk/>
          <pc:sldMk cId="3275813529" sldId="1880"/>
        </pc:sldMkLst>
        <pc:spChg chg="mod">
          <ac:chgData name="Austin, Wes" userId="af0a08d3-450a-44fe-af25-05348afc4137" providerId="ADAL" clId="{C49FB310-5981-4FD6-87E0-836997F1AE76}" dt="2022-11-21T20:16:10.020" v="4580" actId="403"/>
          <ac:spMkLst>
            <pc:docMk/>
            <pc:sldMk cId="3275813529" sldId="1880"/>
            <ac:spMk id="3" creationId="{7050ABE8-D54D-C1C5-DE4A-89BE0619D94A}"/>
          </ac:spMkLst>
        </pc:spChg>
      </pc:sldChg>
      <pc:sldChg chg="modSp mod">
        <pc:chgData name="Austin, Wes" userId="af0a08d3-450a-44fe-af25-05348afc4137" providerId="ADAL" clId="{C49FB310-5981-4FD6-87E0-836997F1AE76}" dt="2022-11-21T20:52:10.029" v="5465" actId="20577"/>
        <pc:sldMkLst>
          <pc:docMk/>
          <pc:sldMk cId="2448652820" sldId="1881"/>
        </pc:sldMkLst>
        <pc:spChg chg="mod">
          <ac:chgData name="Austin, Wes" userId="af0a08d3-450a-44fe-af25-05348afc4137" providerId="ADAL" clId="{C49FB310-5981-4FD6-87E0-836997F1AE76}" dt="2022-11-21T20:52:10.029" v="5465" actId="20577"/>
          <ac:spMkLst>
            <pc:docMk/>
            <pc:sldMk cId="2448652820" sldId="1881"/>
            <ac:spMk id="3" creationId="{7050ABE8-D54D-C1C5-DE4A-89BE0619D94A}"/>
          </ac:spMkLst>
        </pc:spChg>
      </pc:sldChg>
      <pc:sldChg chg="del">
        <pc:chgData name="Austin, Wes" userId="af0a08d3-450a-44fe-af25-05348afc4137" providerId="ADAL" clId="{C49FB310-5981-4FD6-87E0-836997F1AE76}" dt="2022-11-21T20:05:54.089" v="4358" actId="47"/>
        <pc:sldMkLst>
          <pc:docMk/>
          <pc:sldMk cId="2807051459" sldId="1882"/>
        </pc:sldMkLst>
      </pc:sldChg>
      <pc:sldChg chg="modSp mod">
        <pc:chgData name="Austin, Wes" userId="af0a08d3-450a-44fe-af25-05348afc4137" providerId="ADAL" clId="{C49FB310-5981-4FD6-87E0-836997F1AE76}" dt="2022-11-21T20:52:23.145" v="5486" actId="20577"/>
        <pc:sldMkLst>
          <pc:docMk/>
          <pc:sldMk cId="3562285850" sldId="1883"/>
        </pc:sldMkLst>
        <pc:spChg chg="mod">
          <ac:chgData name="Austin, Wes" userId="af0a08d3-450a-44fe-af25-05348afc4137" providerId="ADAL" clId="{C49FB310-5981-4FD6-87E0-836997F1AE76}" dt="2022-11-21T20:52:23.145" v="5486" actId="20577"/>
          <ac:spMkLst>
            <pc:docMk/>
            <pc:sldMk cId="3562285850" sldId="1883"/>
            <ac:spMk id="4" creationId="{933F1033-8E6F-7CA6-D207-B40DB5D94C31}"/>
          </ac:spMkLst>
        </pc:spChg>
      </pc:sldChg>
      <pc:sldChg chg="modSp mod">
        <pc:chgData name="Austin, Wes" userId="af0a08d3-450a-44fe-af25-05348afc4137" providerId="ADAL" clId="{C49FB310-5981-4FD6-87E0-836997F1AE76}" dt="2022-11-21T20:55:11.314" v="5545" actId="14100"/>
        <pc:sldMkLst>
          <pc:docMk/>
          <pc:sldMk cId="2004403764" sldId="1884"/>
        </pc:sldMkLst>
        <pc:spChg chg="mod">
          <ac:chgData name="Austin, Wes" userId="af0a08d3-450a-44fe-af25-05348afc4137" providerId="ADAL" clId="{C49FB310-5981-4FD6-87E0-836997F1AE76}" dt="2022-11-21T20:55:11.314" v="5545" actId="14100"/>
          <ac:spMkLst>
            <pc:docMk/>
            <pc:sldMk cId="2004403764" sldId="1884"/>
            <ac:spMk id="2" creationId="{604AE56C-5786-0829-C5FD-4BBF2274D6A7}"/>
          </ac:spMkLst>
        </pc:spChg>
      </pc:sldChg>
      <pc:sldChg chg="addSp modSp mod">
        <pc:chgData name="Austin, Wes" userId="af0a08d3-450a-44fe-af25-05348afc4137" providerId="ADAL" clId="{C49FB310-5981-4FD6-87E0-836997F1AE76}" dt="2022-11-21T20:08:34.439" v="4483" actId="1582"/>
        <pc:sldMkLst>
          <pc:docMk/>
          <pc:sldMk cId="547834684" sldId="1885"/>
        </pc:sldMkLst>
        <pc:spChg chg="add mod">
          <ac:chgData name="Austin, Wes" userId="af0a08d3-450a-44fe-af25-05348afc4137" providerId="ADAL" clId="{C49FB310-5981-4FD6-87E0-836997F1AE76}" dt="2022-11-21T20:08:34.439" v="4483" actId="1582"/>
          <ac:spMkLst>
            <pc:docMk/>
            <pc:sldMk cId="547834684" sldId="1885"/>
            <ac:spMk id="2" creationId="{3051132A-45E6-463A-A30E-81FD51CA3EFF}"/>
          </ac:spMkLst>
        </pc:spChg>
      </pc:sldChg>
      <pc:sldChg chg="modSp mod">
        <pc:chgData name="Austin, Wes" userId="af0a08d3-450a-44fe-af25-05348afc4137" providerId="ADAL" clId="{C49FB310-5981-4FD6-87E0-836997F1AE76}" dt="2022-11-21T20:21:12.980" v="4710" actId="20577"/>
        <pc:sldMkLst>
          <pc:docMk/>
          <pc:sldMk cId="3931317801" sldId="1886"/>
        </pc:sldMkLst>
        <pc:spChg chg="mod">
          <ac:chgData name="Austin, Wes" userId="af0a08d3-450a-44fe-af25-05348afc4137" providerId="ADAL" clId="{C49FB310-5981-4FD6-87E0-836997F1AE76}" dt="2022-11-21T20:21:12.980" v="4710" actId="20577"/>
          <ac:spMkLst>
            <pc:docMk/>
            <pc:sldMk cId="3931317801" sldId="1886"/>
            <ac:spMk id="2" creationId="{05505C18-E6B2-0D4B-A18E-AAE8640EAF9B}"/>
          </ac:spMkLst>
        </pc:spChg>
      </pc:sldChg>
      <pc:sldChg chg="del">
        <pc:chgData name="Austin, Wes" userId="af0a08d3-450a-44fe-af25-05348afc4137" providerId="ADAL" clId="{C49FB310-5981-4FD6-87E0-836997F1AE76}" dt="2022-11-21T19:35:00.898" v="2827" actId="47"/>
        <pc:sldMkLst>
          <pc:docMk/>
          <pc:sldMk cId="2424768756" sldId="1887"/>
        </pc:sldMkLst>
      </pc:sldChg>
      <pc:sldChg chg="ord">
        <pc:chgData name="Austin, Wes" userId="af0a08d3-450a-44fe-af25-05348afc4137" providerId="ADAL" clId="{C49FB310-5981-4FD6-87E0-836997F1AE76}" dt="2022-11-21T20:03:24.439" v="4203"/>
        <pc:sldMkLst>
          <pc:docMk/>
          <pc:sldMk cId="17251994" sldId="1891"/>
        </pc:sldMkLst>
      </pc:sldChg>
      <pc:sldChg chg="del">
        <pc:chgData name="Austin, Wes" userId="af0a08d3-450a-44fe-af25-05348afc4137" providerId="ADAL" clId="{C49FB310-5981-4FD6-87E0-836997F1AE76}" dt="2022-11-21T20:11:50.465" v="4571" actId="47"/>
        <pc:sldMkLst>
          <pc:docMk/>
          <pc:sldMk cId="627463383" sldId="1897"/>
        </pc:sldMkLst>
      </pc:sldChg>
      <pc:sldChg chg="modSp mod">
        <pc:chgData name="Austin, Wes" userId="af0a08d3-450a-44fe-af25-05348afc4137" providerId="ADAL" clId="{C49FB310-5981-4FD6-87E0-836997F1AE76}" dt="2022-11-21T20:57:20.872" v="5547" actId="1076"/>
        <pc:sldMkLst>
          <pc:docMk/>
          <pc:sldMk cId="2145330889" sldId="1898"/>
        </pc:sldMkLst>
        <pc:spChg chg="mod">
          <ac:chgData name="Austin, Wes" userId="af0a08d3-450a-44fe-af25-05348afc4137" providerId="ADAL" clId="{C49FB310-5981-4FD6-87E0-836997F1AE76}" dt="2022-11-21T20:57:20.872" v="5547" actId="1076"/>
          <ac:spMkLst>
            <pc:docMk/>
            <pc:sldMk cId="2145330889" sldId="1898"/>
            <ac:spMk id="2" creationId="{4B41FEBD-4A20-821F-63C8-737F44B18F08}"/>
          </ac:spMkLst>
        </pc:spChg>
      </pc:sldChg>
      <pc:sldChg chg="addSp modSp mod">
        <pc:chgData name="Austin, Wes" userId="af0a08d3-450a-44fe-af25-05348afc4137" providerId="ADAL" clId="{C49FB310-5981-4FD6-87E0-836997F1AE76}" dt="2022-11-21T17:22:48.873" v="683" actId="1076"/>
        <pc:sldMkLst>
          <pc:docMk/>
          <pc:sldMk cId="4239900597" sldId="1900"/>
        </pc:sldMkLst>
        <pc:spChg chg="mod">
          <ac:chgData name="Austin, Wes" userId="af0a08d3-450a-44fe-af25-05348afc4137" providerId="ADAL" clId="{C49FB310-5981-4FD6-87E0-836997F1AE76}" dt="2022-11-21T16:35:18.085" v="445" actId="20577"/>
          <ac:spMkLst>
            <pc:docMk/>
            <pc:sldMk cId="4239900597" sldId="1900"/>
            <ac:spMk id="4" creationId="{0089408A-90BD-4AB2-9C46-74E6FE8B56FC}"/>
          </ac:spMkLst>
        </pc:spChg>
        <pc:spChg chg="add mod">
          <ac:chgData name="Austin, Wes" userId="af0a08d3-450a-44fe-af25-05348afc4137" providerId="ADAL" clId="{C49FB310-5981-4FD6-87E0-836997F1AE76}" dt="2022-11-21T17:22:48.873" v="683" actId="1076"/>
          <ac:spMkLst>
            <pc:docMk/>
            <pc:sldMk cId="4239900597" sldId="1900"/>
            <ac:spMk id="5" creationId="{7F616E81-38AA-4D9E-BE78-958C6E1ADB48}"/>
          </ac:spMkLst>
        </pc:spChg>
      </pc:sldChg>
      <pc:sldChg chg="addSp delSp modSp mod">
        <pc:chgData name="Austin, Wes" userId="af0a08d3-450a-44fe-af25-05348afc4137" providerId="ADAL" clId="{C49FB310-5981-4FD6-87E0-836997F1AE76}" dt="2022-11-21T20:50:25.827" v="5456" actId="1076"/>
        <pc:sldMkLst>
          <pc:docMk/>
          <pc:sldMk cId="3127772082" sldId="1901"/>
        </pc:sldMkLst>
        <pc:spChg chg="mod">
          <ac:chgData name="Austin, Wes" userId="af0a08d3-450a-44fe-af25-05348afc4137" providerId="ADAL" clId="{C49FB310-5981-4FD6-87E0-836997F1AE76}" dt="2022-11-21T20:50:25.827" v="5456" actId="1076"/>
          <ac:spMkLst>
            <pc:docMk/>
            <pc:sldMk cId="3127772082" sldId="1901"/>
            <ac:spMk id="4" creationId="{F178DC0B-3165-4511-A3D0-A85E32FF6CC1}"/>
          </ac:spMkLst>
        </pc:spChg>
        <pc:spChg chg="add mod ord">
          <ac:chgData name="Austin, Wes" userId="af0a08d3-450a-44fe-af25-05348afc4137" providerId="ADAL" clId="{C49FB310-5981-4FD6-87E0-836997F1AE76}" dt="2022-11-21T17:25:27.855" v="699" actId="1076"/>
          <ac:spMkLst>
            <pc:docMk/>
            <pc:sldMk cId="3127772082" sldId="1901"/>
            <ac:spMk id="5" creationId="{F0D38F8F-B3C0-49FF-8B45-75BB2CB95EC8}"/>
          </ac:spMkLst>
        </pc:spChg>
        <pc:picChg chg="add del mod">
          <ac:chgData name="Austin, Wes" userId="af0a08d3-450a-44fe-af25-05348afc4137" providerId="ADAL" clId="{C49FB310-5981-4FD6-87E0-836997F1AE76}" dt="2022-11-21T17:25:13.993" v="694" actId="478"/>
          <ac:picMkLst>
            <pc:docMk/>
            <pc:sldMk cId="3127772082" sldId="1901"/>
            <ac:picMk id="3" creationId="{87343654-C48B-41BA-B01C-E93D120375D6}"/>
          </ac:picMkLst>
        </pc:picChg>
        <pc:picChg chg="add mod ord">
          <ac:chgData name="Austin, Wes" userId="af0a08d3-450a-44fe-af25-05348afc4137" providerId="ADAL" clId="{C49FB310-5981-4FD6-87E0-836997F1AE76}" dt="2022-11-21T17:25:24.634" v="698" actId="167"/>
          <ac:picMkLst>
            <pc:docMk/>
            <pc:sldMk cId="3127772082" sldId="1901"/>
            <ac:picMk id="8" creationId="{B299BBFD-DFC2-40EE-8AF1-1634BD7364C8}"/>
          </ac:picMkLst>
        </pc:picChg>
      </pc:sldChg>
      <pc:sldChg chg="ord">
        <pc:chgData name="Austin, Wes" userId="af0a08d3-450a-44fe-af25-05348afc4137" providerId="ADAL" clId="{C49FB310-5981-4FD6-87E0-836997F1AE76}" dt="2022-11-21T20:03:26.966" v="4205"/>
        <pc:sldMkLst>
          <pc:docMk/>
          <pc:sldMk cId="1640159169" sldId="1902"/>
        </pc:sldMkLst>
      </pc:sldChg>
      <pc:sldChg chg="ord">
        <pc:chgData name="Austin, Wes" userId="af0a08d3-450a-44fe-af25-05348afc4137" providerId="ADAL" clId="{C49FB310-5981-4FD6-87E0-836997F1AE76}" dt="2022-11-21T20:03:28.734" v="4207"/>
        <pc:sldMkLst>
          <pc:docMk/>
          <pc:sldMk cId="1785248650" sldId="1903"/>
        </pc:sldMkLst>
      </pc:sldChg>
      <pc:sldChg chg="del">
        <pc:chgData name="Austin, Wes" userId="af0a08d3-450a-44fe-af25-05348afc4137" providerId="ADAL" clId="{C49FB310-5981-4FD6-87E0-836997F1AE76}" dt="2022-11-21T20:44:27.064" v="5452" actId="47"/>
        <pc:sldMkLst>
          <pc:docMk/>
          <pc:sldMk cId="310958150" sldId="1904"/>
        </pc:sldMkLst>
      </pc:sldChg>
      <pc:sldChg chg="modSp mod">
        <pc:chgData name="Austin, Wes" userId="af0a08d3-450a-44fe-af25-05348afc4137" providerId="ADAL" clId="{C49FB310-5981-4FD6-87E0-836997F1AE76}" dt="2022-11-21T18:16:48.416" v="2257" actId="1076"/>
        <pc:sldMkLst>
          <pc:docMk/>
          <pc:sldMk cId="1086037611" sldId="1905"/>
        </pc:sldMkLst>
        <pc:spChg chg="mod">
          <ac:chgData name="Austin, Wes" userId="af0a08d3-450a-44fe-af25-05348afc4137" providerId="ADAL" clId="{C49FB310-5981-4FD6-87E0-836997F1AE76}" dt="2022-11-21T18:16:48.416" v="2257" actId="1076"/>
          <ac:spMkLst>
            <pc:docMk/>
            <pc:sldMk cId="1086037611" sldId="1905"/>
            <ac:spMk id="4" creationId="{F178DC0B-3165-4511-A3D0-A85E32FF6CC1}"/>
          </ac:spMkLst>
        </pc:spChg>
        <pc:spChg chg="mod">
          <ac:chgData name="Austin, Wes" userId="af0a08d3-450a-44fe-af25-05348afc4137" providerId="ADAL" clId="{C49FB310-5981-4FD6-87E0-836997F1AE76}" dt="2022-11-21T16:21:03.366" v="20" actId="20577"/>
          <ac:spMkLst>
            <pc:docMk/>
            <pc:sldMk cId="1086037611" sldId="1905"/>
            <ac:spMk id="7" creationId="{D12B789B-9CAD-450D-9ED4-AC8DA46BD4CB}"/>
          </ac:spMkLst>
        </pc:spChg>
      </pc:sldChg>
      <pc:sldChg chg="modSp mod">
        <pc:chgData name="Austin, Wes" userId="af0a08d3-450a-44fe-af25-05348afc4137" providerId="ADAL" clId="{C49FB310-5981-4FD6-87E0-836997F1AE76}" dt="2022-11-21T20:50:34.259" v="5457" actId="20577"/>
        <pc:sldMkLst>
          <pc:docMk/>
          <pc:sldMk cId="3525854681" sldId="1906"/>
        </pc:sldMkLst>
        <pc:spChg chg="mod">
          <ac:chgData name="Austin, Wes" userId="af0a08d3-450a-44fe-af25-05348afc4137" providerId="ADAL" clId="{C49FB310-5981-4FD6-87E0-836997F1AE76}" dt="2022-11-21T20:50:34.259" v="5457" actId="20577"/>
          <ac:spMkLst>
            <pc:docMk/>
            <pc:sldMk cId="3525854681" sldId="1906"/>
            <ac:spMk id="4" creationId="{F178DC0B-3165-4511-A3D0-A85E32FF6CC1}"/>
          </ac:spMkLst>
        </pc:spChg>
        <pc:spChg chg="mod">
          <ac:chgData name="Austin, Wes" userId="af0a08d3-450a-44fe-af25-05348afc4137" providerId="ADAL" clId="{C49FB310-5981-4FD6-87E0-836997F1AE76}" dt="2022-11-21T17:35:37.110" v="1194" actId="20577"/>
          <ac:spMkLst>
            <pc:docMk/>
            <pc:sldMk cId="3525854681" sldId="1906"/>
            <ac:spMk id="7" creationId="{D12B789B-9CAD-450D-9ED4-AC8DA46BD4CB}"/>
          </ac:spMkLst>
        </pc:spChg>
      </pc:sldChg>
      <pc:sldChg chg="addSp modSp mod">
        <pc:chgData name="Austin, Wes" userId="af0a08d3-450a-44fe-af25-05348afc4137" providerId="ADAL" clId="{C49FB310-5981-4FD6-87E0-836997F1AE76}" dt="2022-11-21T20:47:31.261" v="5455" actId="20577"/>
        <pc:sldMkLst>
          <pc:docMk/>
          <pc:sldMk cId="1136920914" sldId="1909"/>
        </pc:sldMkLst>
        <pc:spChg chg="add mod">
          <ac:chgData name="Austin, Wes" userId="af0a08d3-450a-44fe-af25-05348afc4137" providerId="ADAL" clId="{C49FB310-5981-4FD6-87E0-836997F1AE76}" dt="2022-11-21T17:22:43.137" v="681" actId="1076"/>
          <ac:spMkLst>
            <pc:docMk/>
            <pc:sldMk cId="1136920914" sldId="1909"/>
            <ac:spMk id="8" creationId="{4330D805-4B13-4DBF-B605-5E3FEC8FE72D}"/>
          </ac:spMkLst>
        </pc:spChg>
        <pc:spChg chg="mod">
          <ac:chgData name="Austin, Wes" userId="af0a08d3-450a-44fe-af25-05348afc4137" providerId="ADAL" clId="{C49FB310-5981-4FD6-87E0-836997F1AE76}" dt="2022-11-21T20:47:31.261" v="5455" actId="20577"/>
          <ac:spMkLst>
            <pc:docMk/>
            <pc:sldMk cId="1136920914" sldId="1909"/>
            <ac:spMk id="10" creationId="{1A00AF75-16F8-4500-AEE7-656670C67395}"/>
          </ac:spMkLst>
        </pc:spChg>
      </pc:sldChg>
      <pc:sldChg chg="addSp modSp mod">
        <pc:chgData name="Austin, Wes" userId="af0a08d3-450a-44fe-af25-05348afc4137" providerId="ADAL" clId="{C49FB310-5981-4FD6-87E0-836997F1AE76}" dt="2022-11-21T17:22:53.729" v="685" actId="1076"/>
        <pc:sldMkLst>
          <pc:docMk/>
          <pc:sldMk cId="3097432672" sldId="1910"/>
        </pc:sldMkLst>
        <pc:spChg chg="add mod">
          <ac:chgData name="Austin, Wes" userId="af0a08d3-450a-44fe-af25-05348afc4137" providerId="ADAL" clId="{C49FB310-5981-4FD6-87E0-836997F1AE76}" dt="2022-11-21T17:22:53.729" v="685" actId="1076"/>
          <ac:spMkLst>
            <pc:docMk/>
            <pc:sldMk cId="3097432672" sldId="1910"/>
            <ac:spMk id="4" creationId="{61B6B761-686A-49EF-9B38-EB711ABBF5AE}"/>
          </ac:spMkLst>
        </pc:spChg>
      </pc:sldChg>
      <pc:sldChg chg="modSp add mod">
        <pc:chgData name="Austin, Wes" userId="af0a08d3-450a-44fe-af25-05348afc4137" providerId="ADAL" clId="{C49FB310-5981-4FD6-87E0-836997F1AE76}" dt="2022-11-21T18:15:07.911" v="2231" actId="20577"/>
        <pc:sldMkLst>
          <pc:docMk/>
          <pc:sldMk cId="702600757" sldId="1911"/>
        </pc:sldMkLst>
        <pc:spChg chg="mod">
          <ac:chgData name="Austin, Wes" userId="af0a08d3-450a-44fe-af25-05348afc4137" providerId="ADAL" clId="{C49FB310-5981-4FD6-87E0-836997F1AE76}" dt="2022-11-21T18:15:07.911" v="2231" actId="20577"/>
          <ac:spMkLst>
            <pc:docMk/>
            <pc:sldMk cId="702600757" sldId="1911"/>
            <ac:spMk id="4" creationId="{F178DC0B-3165-4511-A3D0-A85E32FF6CC1}"/>
          </ac:spMkLst>
        </pc:spChg>
      </pc:sldChg>
      <pc:sldChg chg="addSp modSp add mod">
        <pc:chgData name="Austin, Wes" userId="af0a08d3-450a-44fe-af25-05348afc4137" providerId="ADAL" clId="{C49FB310-5981-4FD6-87E0-836997F1AE76}" dt="2022-11-21T18:37:22.137" v="2761" actId="1076"/>
        <pc:sldMkLst>
          <pc:docMk/>
          <pc:sldMk cId="505325788" sldId="1912"/>
        </pc:sldMkLst>
        <pc:spChg chg="mod">
          <ac:chgData name="Austin, Wes" userId="af0a08d3-450a-44fe-af25-05348afc4137" providerId="ADAL" clId="{C49FB310-5981-4FD6-87E0-836997F1AE76}" dt="2022-11-21T18:36:38.297" v="2744" actId="1076"/>
          <ac:spMkLst>
            <pc:docMk/>
            <pc:sldMk cId="505325788" sldId="1912"/>
            <ac:spMk id="4" creationId="{F178DC0B-3165-4511-A3D0-A85E32FF6CC1}"/>
          </ac:spMkLst>
        </pc:spChg>
        <pc:spChg chg="add mod">
          <ac:chgData name="Austin, Wes" userId="af0a08d3-450a-44fe-af25-05348afc4137" providerId="ADAL" clId="{C49FB310-5981-4FD6-87E0-836997F1AE76}" dt="2022-11-21T18:37:17.096" v="2759" actId="1076"/>
          <ac:spMkLst>
            <pc:docMk/>
            <pc:sldMk cId="505325788" sldId="1912"/>
            <ac:spMk id="6" creationId="{61FE1A8A-CF37-4E37-8239-4DDB0BA99216}"/>
          </ac:spMkLst>
        </pc:spChg>
        <pc:spChg chg="add mod">
          <ac:chgData name="Austin, Wes" userId="af0a08d3-450a-44fe-af25-05348afc4137" providerId="ADAL" clId="{C49FB310-5981-4FD6-87E0-836997F1AE76}" dt="2022-11-21T18:37:22.137" v="2761" actId="1076"/>
          <ac:spMkLst>
            <pc:docMk/>
            <pc:sldMk cId="505325788" sldId="1912"/>
            <ac:spMk id="8" creationId="{0FCDD927-9EE9-4FE7-8716-D62B16F2561C}"/>
          </ac:spMkLst>
        </pc:spChg>
        <pc:spChg chg="mod">
          <ac:chgData name="Austin, Wes" userId="af0a08d3-450a-44fe-af25-05348afc4137" providerId="ADAL" clId="{C49FB310-5981-4FD6-87E0-836997F1AE76}" dt="2022-11-21T18:37:12.457" v="2756" actId="1076"/>
          <ac:spMkLst>
            <pc:docMk/>
            <pc:sldMk cId="505325788" sldId="1912"/>
            <ac:spMk id="9" creationId="{9A8AE995-3761-4E8E-B676-D7F73B916651}"/>
          </ac:spMkLst>
        </pc:spChg>
        <pc:picChg chg="add mod">
          <ac:chgData name="Austin, Wes" userId="af0a08d3-450a-44fe-af25-05348afc4137" providerId="ADAL" clId="{C49FB310-5981-4FD6-87E0-836997F1AE76}" dt="2022-11-21T18:37:20.120" v="2760" actId="14100"/>
          <ac:picMkLst>
            <pc:docMk/>
            <pc:sldMk cId="505325788" sldId="1912"/>
            <ac:picMk id="5" creationId="{81454276-0A3C-4FFF-AE0E-B30BB99C877B}"/>
          </ac:picMkLst>
        </pc:picChg>
      </pc:sldChg>
      <pc:sldChg chg="addSp delSp modSp add mod">
        <pc:chgData name="Austin, Wes" userId="af0a08d3-450a-44fe-af25-05348afc4137" providerId="ADAL" clId="{C49FB310-5981-4FD6-87E0-836997F1AE76}" dt="2022-11-21T19:28:19.324" v="2804" actId="14100"/>
        <pc:sldMkLst>
          <pc:docMk/>
          <pc:sldMk cId="2065844282" sldId="1913"/>
        </pc:sldMkLst>
        <pc:spChg chg="add del mod">
          <ac:chgData name="Austin, Wes" userId="af0a08d3-450a-44fe-af25-05348afc4137" providerId="ADAL" clId="{C49FB310-5981-4FD6-87E0-836997F1AE76}" dt="2022-11-21T18:06:55.412" v="2152" actId="478"/>
          <ac:spMkLst>
            <pc:docMk/>
            <pc:sldMk cId="2065844282" sldId="1913"/>
            <ac:spMk id="4" creationId="{F178DC0B-3165-4511-A3D0-A85E32FF6CC1}"/>
          </ac:spMkLst>
        </pc:spChg>
        <pc:spChg chg="mod">
          <ac:chgData name="Austin, Wes" userId="af0a08d3-450a-44fe-af25-05348afc4137" providerId="ADAL" clId="{C49FB310-5981-4FD6-87E0-836997F1AE76}" dt="2022-11-21T19:28:04.277" v="2798" actId="1076"/>
          <ac:spMkLst>
            <pc:docMk/>
            <pc:sldMk cId="2065844282" sldId="1913"/>
            <ac:spMk id="7" creationId="{D12B789B-9CAD-450D-9ED4-AC8DA46BD4CB}"/>
          </ac:spMkLst>
        </pc:spChg>
        <pc:spChg chg="del">
          <ac:chgData name="Austin, Wes" userId="af0a08d3-450a-44fe-af25-05348afc4137" providerId="ADAL" clId="{C49FB310-5981-4FD6-87E0-836997F1AE76}" dt="2022-11-21T17:55:30.074" v="1965" actId="478"/>
          <ac:spMkLst>
            <pc:docMk/>
            <pc:sldMk cId="2065844282" sldId="1913"/>
            <ac:spMk id="9" creationId="{9A8AE995-3761-4E8E-B676-D7F73B916651}"/>
          </ac:spMkLst>
        </pc:spChg>
        <pc:spChg chg="add del">
          <ac:chgData name="Austin, Wes" userId="af0a08d3-450a-44fe-af25-05348afc4137" providerId="ADAL" clId="{C49FB310-5981-4FD6-87E0-836997F1AE76}" dt="2022-11-21T18:07:00.375" v="2155" actId="22"/>
          <ac:spMkLst>
            <pc:docMk/>
            <pc:sldMk cId="2065844282" sldId="1913"/>
            <ac:spMk id="10" creationId="{BA83729A-74D6-41E7-BBFE-BB029477DCC7}"/>
          </ac:spMkLst>
        </pc:spChg>
        <pc:spChg chg="add del">
          <ac:chgData name="Austin, Wes" userId="af0a08d3-450a-44fe-af25-05348afc4137" providerId="ADAL" clId="{C49FB310-5981-4FD6-87E0-836997F1AE76}" dt="2022-11-21T18:10:56.553" v="2197" actId="478"/>
          <ac:spMkLst>
            <pc:docMk/>
            <pc:sldMk cId="2065844282" sldId="1913"/>
            <ac:spMk id="12" creationId="{37A91381-0F1E-48F2-BC89-8BE80F114875}"/>
          </ac:spMkLst>
        </pc:spChg>
        <pc:spChg chg="add mod">
          <ac:chgData name="Austin, Wes" userId="af0a08d3-450a-44fe-af25-05348afc4137" providerId="ADAL" clId="{C49FB310-5981-4FD6-87E0-836997F1AE76}" dt="2022-11-21T19:28:14.268" v="2802" actId="1076"/>
          <ac:spMkLst>
            <pc:docMk/>
            <pc:sldMk cId="2065844282" sldId="1913"/>
            <ac:spMk id="15" creationId="{87FB25C8-C93E-41DE-B006-7443E30309B7}"/>
          </ac:spMkLst>
        </pc:spChg>
        <pc:spChg chg="add del mod">
          <ac:chgData name="Austin, Wes" userId="af0a08d3-450a-44fe-af25-05348afc4137" providerId="ADAL" clId="{C49FB310-5981-4FD6-87E0-836997F1AE76}" dt="2022-11-21T18:37:26.344" v="2764" actId="478"/>
          <ac:spMkLst>
            <pc:docMk/>
            <pc:sldMk cId="2065844282" sldId="1913"/>
            <ac:spMk id="16" creationId="{406267FF-0EB1-4D9D-B243-E71E651C69A8}"/>
          </ac:spMkLst>
        </pc:spChg>
        <pc:spChg chg="add del mod">
          <ac:chgData name="Austin, Wes" userId="af0a08d3-450a-44fe-af25-05348afc4137" providerId="ADAL" clId="{C49FB310-5981-4FD6-87E0-836997F1AE76}" dt="2022-11-21T18:37:38.288" v="2770" actId="478"/>
          <ac:spMkLst>
            <pc:docMk/>
            <pc:sldMk cId="2065844282" sldId="1913"/>
            <ac:spMk id="18" creationId="{9ECA5026-C79D-462C-BDD8-20F5F65A56A5}"/>
          </ac:spMkLst>
        </pc:spChg>
        <pc:picChg chg="add del">
          <ac:chgData name="Austin, Wes" userId="af0a08d3-450a-44fe-af25-05348afc4137" providerId="ADAL" clId="{C49FB310-5981-4FD6-87E0-836997F1AE76}" dt="2022-11-21T17:55:33.211" v="1968" actId="22"/>
          <ac:picMkLst>
            <pc:docMk/>
            <pc:sldMk cId="2065844282" sldId="1913"/>
            <ac:picMk id="3" creationId="{901CE9E9-40DD-4812-A9CD-1FCB654B772A}"/>
          </ac:picMkLst>
        </pc:picChg>
        <pc:picChg chg="add mod">
          <ac:chgData name="Austin, Wes" userId="af0a08d3-450a-44fe-af25-05348afc4137" providerId="ADAL" clId="{C49FB310-5981-4FD6-87E0-836997F1AE76}" dt="2022-11-21T19:28:19.324" v="2804" actId="14100"/>
          <ac:picMkLst>
            <pc:docMk/>
            <pc:sldMk cId="2065844282" sldId="1913"/>
            <ac:picMk id="6" creationId="{FE8074AF-D214-49EF-ABC6-332DFCF22632}"/>
          </ac:picMkLst>
        </pc:picChg>
        <pc:picChg chg="add del mod">
          <ac:chgData name="Austin, Wes" userId="af0a08d3-450a-44fe-af25-05348afc4137" providerId="ADAL" clId="{C49FB310-5981-4FD6-87E0-836997F1AE76}" dt="2022-11-21T18:37:24.769" v="2762" actId="478"/>
          <ac:picMkLst>
            <pc:docMk/>
            <pc:sldMk cId="2065844282" sldId="1913"/>
            <ac:picMk id="14" creationId="{788A9AA5-064E-4CBB-93FF-7080E41E3BA7}"/>
          </ac:picMkLst>
        </pc:picChg>
      </pc:sldChg>
      <pc:sldChg chg="addSp modSp add mod">
        <pc:chgData name="Austin, Wes" userId="af0a08d3-450a-44fe-af25-05348afc4137" providerId="ADAL" clId="{C49FB310-5981-4FD6-87E0-836997F1AE76}" dt="2022-11-21T20:14:51.609" v="4576" actId="1076"/>
        <pc:sldMkLst>
          <pc:docMk/>
          <pc:sldMk cId="582496385" sldId="1914"/>
        </pc:sldMkLst>
        <pc:spChg chg="mod">
          <ac:chgData name="Austin, Wes" userId="af0a08d3-450a-44fe-af25-05348afc4137" providerId="ADAL" clId="{C49FB310-5981-4FD6-87E0-836997F1AE76}" dt="2022-11-21T20:14:51.609" v="4576" actId="1076"/>
          <ac:spMkLst>
            <pc:docMk/>
            <pc:sldMk cId="582496385" sldId="1914"/>
            <ac:spMk id="4" creationId="{F178DC0B-3165-4511-A3D0-A85E32FF6CC1}"/>
          </ac:spMkLst>
        </pc:spChg>
        <pc:spChg chg="mod">
          <ac:chgData name="Austin, Wes" userId="af0a08d3-450a-44fe-af25-05348afc4137" providerId="ADAL" clId="{C49FB310-5981-4FD6-87E0-836997F1AE76}" dt="2022-11-21T17:57:25.351" v="2014" actId="20577"/>
          <ac:spMkLst>
            <pc:docMk/>
            <pc:sldMk cId="582496385" sldId="1914"/>
            <ac:spMk id="7" creationId="{D12B789B-9CAD-450D-9ED4-AC8DA46BD4CB}"/>
          </ac:spMkLst>
        </pc:spChg>
        <pc:picChg chg="add mod">
          <ac:chgData name="Austin, Wes" userId="af0a08d3-450a-44fe-af25-05348afc4137" providerId="ADAL" clId="{C49FB310-5981-4FD6-87E0-836997F1AE76}" dt="2022-11-21T19:58:52.941" v="3779" actId="14100"/>
          <ac:picMkLst>
            <pc:docMk/>
            <pc:sldMk cId="582496385" sldId="1914"/>
            <ac:picMk id="3" creationId="{B7B42850-9BEF-4119-A713-B79D26DF884C}"/>
          </ac:picMkLst>
        </pc:picChg>
      </pc:sldChg>
      <pc:sldChg chg="modSp add del mod">
        <pc:chgData name="Austin, Wes" userId="af0a08d3-450a-44fe-af25-05348afc4137" providerId="ADAL" clId="{C49FB310-5981-4FD6-87E0-836997F1AE76}" dt="2022-11-21T19:34:38.359" v="2826" actId="47"/>
        <pc:sldMkLst>
          <pc:docMk/>
          <pc:sldMk cId="1957905507" sldId="1915"/>
        </pc:sldMkLst>
        <pc:spChg chg="mod">
          <ac:chgData name="Austin, Wes" userId="af0a08d3-450a-44fe-af25-05348afc4137" providerId="ADAL" clId="{C49FB310-5981-4FD6-87E0-836997F1AE76}" dt="2022-11-21T19:34:09.307" v="2824" actId="20577"/>
          <ac:spMkLst>
            <pc:docMk/>
            <pc:sldMk cId="1957905507" sldId="1915"/>
            <ac:spMk id="7" creationId="{D12B789B-9CAD-450D-9ED4-AC8DA46BD4CB}"/>
          </ac:spMkLst>
        </pc:spChg>
      </pc:sldChg>
      <pc:sldChg chg="addSp delSp modSp add del mod">
        <pc:chgData name="Austin, Wes" userId="af0a08d3-450a-44fe-af25-05348afc4137" providerId="ADAL" clId="{C49FB310-5981-4FD6-87E0-836997F1AE76}" dt="2022-11-21T20:32:45.877" v="5160" actId="47"/>
        <pc:sldMkLst>
          <pc:docMk/>
          <pc:sldMk cId="3053631054" sldId="1915"/>
        </pc:sldMkLst>
        <pc:spChg chg="del">
          <ac:chgData name="Austin, Wes" userId="af0a08d3-450a-44fe-af25-05348afc4137" providerId="ADAL" clId="{C49FB310-5981-4FD6-87E0-836997F1AE76}" dt="2022-11-21T19:40:26.442" v="2843" actId="478"/>
          <ac:spMkLst>
            <pc:docMk/>
            <pc:sldMk cId="3053631054" sldId="1915"/>
            <ac:spMk id="2" creationId="{CCA68CF1-64AA-0B20-4424-D155387E6C7D}"/>
          </ac:spMkLst>
        </pc:spChg>
        <pc:spChg chg="add mod">
          <ac:chgData name="Austin, Wes" userId="af0a08d3-450a-44fe-af25-05348afc4137" providerId="ADAL" clId="{C49FB310-5981-4FD6-87E0-836997F1AE76}" dt="2022-11-21T19:41:41.352" v="2893" actId="14100"/>
          <ac:spMkLst>
            <pc:docMk/>
            <pc:sldMk cId="3053631054" sldId="1915"/>
            <ac:spMk id="6" creationId="{DC799F1F-5407-479E-BDCF-9F0F0B8E4BAE}"/>
          </ac:spMkLst>
        </pc:spChg>
        <pc:spChg chg="del">
          <ac:chgData name="Austin, Wes" userId="af0a08d3-450a-44fe-af25-05348afc4137" providerId="ADAL" clId="{C49FB310-5981-4FD6-87E0-836997F1AE76}" dt="2022-11-21T19:40:27.545" v="2844" actId="478"/>
          <ac:spMkLst>
            <pc:docMk/>
            <pc:sldMk cId="3053631054" sldId="1915"/>
            <ac:spMk id="11" creationId="{462E9AFE-FCE3-4594-A4DB-141C6B7644D4}"/>
          </ac:spMkLst>
        </pc:spChg>
        <pc:picChg chg="add mod">
          <ac:chgData name="Austin, Wes" userId="af0a08d3-450a-44fe-af25-05348afc4137" providerId="ADAL" clId="{C49FB310-5981-4FD6-87E0-836997F1AE76}" dt="2022-11-21T19:40:35.999" v="2849" actId="1076"/>
          <ac:picMkLst>
            <pc:docMk/>
            <pc:sldMk cId="3053631054" sldId="1915"/>
            <ac:picMk id="4" creationId="{9AAA1842-E5B6-489C-9F84-8EE04621BCD9}"/>
          </ac:picMkLst>
        </pc:picChg>
      </pc:sldChg>
      <pc:sldChg chg="modSp add del mod ord">
        <pc:chgData name="Austin, Wes" userId="af0a08d3-450a-44fe-af25-05348afc4137" providerId="ADAL" clId="{C49FB310-5981-4FD6-87E0-836997F1AE76}" dt="2022-11-21T20:32:45.877" v="5160" actId="47"/>
        <pc:sldMkLst>
          <pc:docMk/>
          <pc:sldMk cId="400944564" sldId="1916"/>
        </pc:sldMkLst>
        <pc:spChg chg="mod">
          <ac:chgData name="Austin, Wes" userId="af0a08d3-450a-44fe-af25-05348afc4137" providerId="ADAL" clId="{C49FB310-5981-4FD6-87E0-836997F1AE76}" dt="2022-11-21T19:44:59.692" v="3270" actId="20577"/>
          <ac:spMkLst>
            <pc:docMk/>
            <pc:sldMk cId="400944564" sldId="1916"/>
            <ac:spMk id="2" creationId="{CCA68CF1-64AA-0B20-4424-D155387E6C7D}"/>
          </ac:spMkLst>
        </pc:spChg>
        <pc:spChg chg="mod">
          <ac:chgData name="Austin, Wes" userId="af0a08d3-450a-44fe-af25-05348afc4137" providerId="ADAL" clId="{C49FB310-5981-4FD6-87E0-836997F1AE76}" dt="2022-11-21T19:42:35.997" v="2914" actId="20577"/>
          <ac:spMkLst>
            <pc:docMk/>
            <pc:sldMk cId="400944564" sldId="1916"/>
            <ac:spMk id="11" creationId="{462E9AFE-FCE3-4594-A4DB-141C6B7644D4}"/>
          </ac:spMkLst>
        </pc:spChg>
      </pc:sldChg>
      <pc:sldChg chg="addSp modSp add del mod">
        <pc:chgData name="Austin, Wes" userId="af0a08d3-450a-44fe-af25-05348afc4137" providerId="ADAL" clId="{C49FB310-5981-4FD6-87E0-836997F1AE76}" dt="2022-11-21T20:32:45.877" v="5160" actId="47"/>
        <pc:sldMkLst>
          <pc:docMk/>
          <pc:sldMk cId="2342625726" sldId="1917"/>
        </pc:sldMkLst>
        <pc:spChg chg="mod">
          <ac:chgData name="Austin, Wes" userId="af0a08d3-450a-44fe-af25-05348afc4137" providerId="ADAL" clId="{C49FB310-5981-4FD6-87E0-836997F1AE76}" dt="2022-11-21T19:49:16.704" v="3428" actId="20577"/>
          <ac:spMkLst>
            <pc:docMk/>
            <pc:sldMk cId="2342625726" sldId="1917"/>
            <ac:spMk id="2" creationId="{CCA68CF1-64AA-0B20-4424-D155387E6C7D}"/>
          </ac:spMkLst>
        </pc:spChg>
        <pc:picChg chg="add mod">
          <ac:chgData name="Austin, Wes" userId="af0a08d3-450a-44fe-af25-05348afc4137" providerId="ADAL" clId="{C49FB310-5981-4FD6-87E0-836997F1AE76}" dt="2022-11-21T19:49:05.595" v="3410" actId="14100"/>
          <ac:picMkLst>
            <pc:docMk/>
            <pc:sldMk cId="2342625726" sldId="1917"/>
            <ac:picMk id="4" creationId="{A7863ADF-F251-4401-9206-CF973DE61B2D}"/>
          </ac:picMkLst>
        </pc:picChg>
      </pc:sldChg>
      <pc:sldChg chg="modSp add mod">
        <pc:chgData name="Austin, Wes" userId="af0a08d3-450a-44fe-af25-05348afc4137" providerId="ADAL" clId="{C49FB310-5981-4FD6-87E0-836997F1AE76}" dt="2022-11-21T20:05:02.134" v="4318" actId="14100"/>
        <pc:sldMkLst>
          <pc:docMk/>
          <pc:sldMk cId="875829838" sldId="1918"/>
        </pc:sldMkLst>
        <pc:spChg chg="mod">
          <ac:chgData name="Austin, Wes" userId="af0a08d3-450a-44fe-af25-05348afc4137" providerId="ADAL" clId="{C49FB310-5981-4FD6-87E0-836997F1AE76}" dt="2022-11-21T20:05:02.134" v="4318" actId="14100"/>
          <ac:spMkLst>
            <pc:docMk/>
            <pc:sldMk cId="875829838" sldId="1918"/>
            <ac:spMk id="3" creationId="{7050ABE8-D54D-C1C5-DE4A-89BE0619D94A}"/>
          </ac:spMkLst>
        </pc:spChg>
        <pc:spChg chg="mod">
          <ac:chgData name="Austin, Wes" userId="af0a08d3-450a-44fe-af25-05348afc4137" providerId="ADAL" clId="{C49FB310-5981-4FD6-87E0-836997F1AE76}" dt="2022-11-21T20:03:41.667" v="4241" actId="20577"/>
          <ac:spMkLst>
            <pc:docMk/>
            <pc:sldMk cId="875829838" sldId="1918"/>
            <ac:spMk id="7" creationId="{D12B789B-9CAD-450D-9ED4-AC8DA46BD4CB}"/>
          </ac:spMkLst>
        </pc:spChg>
      </pc:sldChg>
      <pc:sldChg chg="modSp add mod">
        <pc:chgData name="Austin, Wes" userId="af0a08d3-450a-44fe-af25-05348afc4137" providerId="ADAL" clId="{C49FB310-5981-4FD6-87E0-836997F1AE76}" dt="2022-11-21T20:31:09.822" v="5159" actId="20577"/>
        <pc:sldMkLst>
          <pc:docMk/>
          <pc:sldMk cId="1961253770" sldId="1919"/>
        </pc:sldMkLst>
        <pc:spChg chg="mod">
          <ac:chgData name="Austin, Wes" userId="af0a08d3-450a-44fe-af25-05348afc4137" providerId="ADAL" clId="{C49FB310-5981-4FD6-87E0-836997F1AE76}" dt="2022-11-21T20:31:09.822" v="5159" actId="20577"/>
          <ac:spMkLst>
            <pc:docMk/>
            <pc:sldMk cId="1961253770" sldId="1919"/>
            <ac:spMk id="3" creationId="{C3A3557F-96F0-8004-194F-1DA16D1BD781}"/>
          </ac:spMkLst>
        </pc:spChg>
      </pc:sldChg>
      <pc:sldChg chg="add del">
        <pc:chgData name="Austin, Wes" userId="af0a08d3-450a-44fe-af25-05348afc4137" providerId="ADAL" clId="{C49FB310-5981-4FD6-87E0-836997F1AE76}" dt="2022-11-21T20:03:31.661" v="4208" actId="47"/>
        <pc:sldMkLst>
          <pc:docMk/>
          <pc:sldMk cId="2761267282" sldId="1919"/>
        </pc:sldMkLst>
      </pc:sldChg>
      <pc:sldChg chg="modSp add mod">
        <pc:chgData name="Austin, Wes" userId="af0a08d3-450a-44fe-af25-05348afc4137" providerId="ADAL" clId="{C49FB310-5981-4FD6-87E0-836997F1AE76}" dt="2022-11-21T20:52:51.326" v="5541" actId="20577"/>
        <pc:sldMkLst>
          <pc:docMk/>
          <pc:sldMk cId="2717047427" sldId="1920"/>
        </pc:sldMkLst>
        <pc:spChg chg="mod">
          <ac:chgData name="Austin, Wes" userId="af0a08d3-450a-44fe-af25-05348afc4137" providerId="ADAL" clId="{C49FB310-5981-4FD6-87E0-836997F1AE76}" dt="2022-11-21T20:52:51.326" v="5541" actId="20577"/>
          <ac:spMkLst>
            <pc:docMk/>
            <pc:sldMk cId="2717047427" sldId="1920"/>
            <ac:spMk id="2" creationId="{CCA68CF1-64AA-0B20-4424-D155387E6C7D}"/>
          </ac:spMkLst>
        </pc:spChg>
      </pc:sldChg>
      <pc:sldChg chg="add">
        <pc:chgData name="Austin, Wes" userId="af0a08d3-450a-44fe-af25-05348afc4137" providerId="ADAL" clId="{C49FB310-5981-4FD6-87E0-836997F1AE76}" dt="2022-11-21T20:18:44.413" v="4665"/>
        <pc:sldMkLst>
          <pc:docMk/>
          <pc:sldMk cId="725827971" sldId="1921"/>
        </pc:sldMkLst>
      </pc:sldChg>
      <pc:sldChg chg="addSp delSp modSp add mod">
        <pc:chgData name="Austin, Wes" userId="af0a08d3-450a-44fe-af25-05348afc4137" providerId="ADAL" clId="{C49FB310-5981-4FD6-87E0-836997F1AE76}" dt="2022-11-21T20:51:10.870" v="5463" actId="20577"/>
        <pc:sldMkLst>
          <pc:docMk/>
          <pc:sldMk cId="222329682" sldId="1922"/>
        </pc:sldMkLst>
        <pc:spChg chg="mod">
          <ac:chgData name="Austin, Wes" userId="af0a08d3-450a-44fe-af25-05348afc4137" providerId="ADAL" clId="{C49FB310-5981-4FD6-87E0-836997F1AE76}" dt="2022-11-21T20:26:51.283" v="4747" actId="20577"/>
          <ac:spMkLst>
            <pc:docMk/>
            <pc:sldMk cId="222329682" sldId="1922"/>
            <ac:spMk id="2" creationId="{8F0DF9D5-16F0-FAA9-5944-639BEB634A89}"/>
          </ac:spMkLst>
        </pc:spChg>
        <pc:spChg chg="add mod">
          <ac:chgData name="Austin, Wes" userId="af0a08d3-450a-44fe-af25-05348afc4137" providerId="ADAL" clId="{C49FB310-5981-4FD6-87E0-836997F1AE76}" dt="2022-11-21T20:51:00.418" v="5459"/>
          <ac:spMkLst>
            <pc:docMk/>
            <pc:sldMk cId="222329682" sldId="1922"/>
            <ac:spMk id="5" creationId="{CE3AE449-91F7-4E7E-B346-9154B81B9E06}"/>
          </ac:spMkLst>
        </pc:spChg>
        <pc:spChg chg="add mod">
          <ac:chgData name="Austin, Wes" userId="af0a08d3-450a-44fe-af25-05348afc4137" providerId="ADAL" clId="{C49FB310-5981-4FD6-87E0-836997F1AE76}" dt="2022-11-21T20:51:10.870" v="5463" actId="20577"/>
          <ac:spMkLst>
            <pc:docMk/>
            <pc:sldMk cId="222329682" sldId="1922"/>
            <ac:spMk id="6" creationId="{13EF355A-580F-43D9-9C05-C25D8100A65A}"/>
          </ac:spMkLst>
        </pc:spChg>
        <pc:picChg chg="del">
          <ac:chgData name="Austin, Wes" userId="af0a08d3-450a-44fe-af25-05348afc4137" providerId="ADAL" clId="{C49FB310-5981-4FD6-87E0-836997F1AE76}" dt="2022-11-21T20:26:39.135" v="4715" actId="478"/>
          <ac:picMkLst>
            <pc:docMk/>
            <pc:sldMk cId="222329682" sldId="1922"/>
            <ac:picMk id="3" creationId="{CEEBBC72-328B-529F-F6C3-BDFF5F0A2CF0}"/>
          </ac:picMkLst>
        </pc:picChg>
      </pc:sldChg>
      <pc:sldChg chg="add del">
        <pc:chgData name="Austin, Wes" userId="af0a08d3-450a-44fe-af25-05348afc4137" providerId="ADAL" clId="{C49FB310-5981-4FD6-87E0-836997F1AE76}" dt="2022-11-21T20:22:06.207" v="4711" actId="47"/>
        <pc:sldMkLst>
          <pc:docMk/>
          <pc:sldMk cId="2712998119" sldId="1922"/>
        </pc:sldMkLst>
      </pc:sldChg>
      <pc:sldChg chg="add del">
        <pc:chgData name="Austin, Wes" userId="af0a08d3-450a-44fe-af25-05348afc4137" providerId="ADAL" clId="{C49FB310-5981-4FD6-87E0-836997F1AE76}" dt="2022-11-21T20:22:06.207" v="4711" actId="47"/>
        <pc:sldMkLst>
          <pc:docMk/>
          <pc:sldMk cId="1795287768" sldId="1923"/>
        </pc:sldMkLst>
      </pc:sldChg>
      <pc:sldChg chg="addSp delSp modSp add mod ord">
        <pc:chgData name="Austin, Wes" userId="af0a08d3-450a-44fe-af25-05348afc4137" providerId="ADAL" clId="{C49FB310-5981-4FD6-87E0-836997F1AE76}" dt="2022-11-21T20:37:53.226" v="5433" actId="20577"/>
        <pc:sldMkLst>
          <pc:docMk/>
          <pc:sldMk cId="3667472928" sldId="1923"/>
        </pc:sldMkLst>
        <pc:spChg chg="mod">
          <ac:chgData name="Austin, Wes" userId="af0a08d3-450a-44fe-af25-05348afc4137" providerId="ADAL" clId="{C49FB310-5981-4FD6-87E0-836997F1AE76}" dt="2022-11-21T20:37:53.226" v="5433" actId="20577"/>
          <ac:spMkLst>
            <pc:docMk/>
            <pc:sldMk cId="3667472928" sldId="1923"/>
            <ac:spMk id="3" creationId="{7050ABE8-D54D-C1C5-DE4A-89BE0619D94A}"/>
          </ac:spMkLst>
        </pc:spChg>
        <pc:spChg chg="mod">
          <ac:chgData name="Austin, Wes" userId="af0a08d3-450a-44fe-af25-05348afc4137" providerId="ADAL" clId="{C49FB310-5981-4FD6-87E0-836997F1AE76}" dt="2022-11-21T20:34:26.034" v="5166" actId="20577"/>
          <ac:spMkLst>
            <pc:docMk/>
            <pc:sldMk cId="3667472928" sldId="1923"/>
            <ac:spMk id="5" creationId="{DC8AD1DD-1768-8A68-6801-EE7E29F8D235}"/>
          </ac:spMkLst>
        </pc:spChg>
        <pc:picChg chg="del mod">
          <ac:chgData name="Austin, Wes" userId="af0a08d3-450a-44fe-af25-05348afc4137" providerId="ADAL" clId="{C49FB310-5981-4FD6-87E0-836997F1AE76}" dt="2022-11-21T20:34:29.630" v="5169" actId="478"/>
          <ac:picMkLst>
            <pc:docMk/>
            <pc:sldMk cId="3667472928" sldId="1923"/>
            <ac:picMk id="4" creationId="{B1317A5C-DE37-4329-ABE7-79E5348A15F8}"/>
          </ac:picMkLst>
        </pc:picChg>
        <pc:picChg chg="del">
          <ac:chgData name="Austin, Wes" userId="af0a08d3-450a-44fe-af25-05348afc4137" providerId="ADAL" clId="{C49FB310-5981-4FD6-87E0-836997F1AE76}" dt="2022-11-21T20:34:27.962" v="5167" actId="478"/>
          <ac:picMkLst>
            <pc:docMk/>
            <pc:sldMk cId="3667472928" sldId="1923"/>
            <ac:picMk id="7" creationId="{48428EDD-09BE-4FBA-B243-BB99E1DFC4C4}"/>
          </ac:picMkLst>
        </pc:picChg>
        <pc:picChg chg="add del mod">
          <ac:chgData name="Austin, Wes" userId="af0a08d3-450a-44fe-af25-05348afc4137" providerId="ADAL" clId="{C49FB310-5981-4FD6-87E0-836997F1AE76}" dt="2022-11-21T20:35:19.939" v="5281" actId="478"/>
          <ac:picMkLst>
            <pc:docMk/>
            <pc:sldMk cId="3667472928" sldId="1923"/>
            <ac:picMk id="8" creationId="{CA73A455-7888-41E4-838B-7D0F228EBB1A}"/>
          </ac:picMkLst>
        </pc:picChg>
        <pc:picChg chg="add mod">
          <ac:chgData name="Austin, Wes" userId="af0a08d3-450a-44fe-af25-05348afc4137" providerId="ADAL" clId="{C49FB310-5981-4FD6-87E0-836997F1AE76}" dt="2022-11-21T20:36:05.593" v="5302" actId="1076"/>
          <ac:picMkLst>
            <pc:docMk/>
            <pc:sldMk cId="3667472928" sldId="1923"/>
            <ac:picMk id="10" creationId="{8C06FD3E-E7E9-4E01-BA4E-0DC5ED75C018}"/>
          </ac:picMkLst>
        </pc:picChg>
      </pc:sldChg>
      <pc:sldChg chg="add del">
        <pc:chgData name="Austin, Wes" userId="af0a08d3-450a-44fe-af25-05348afc4137" providerId="ADAL" clId="{C49FB310-5981-4FD6-87E0-836997F1AE76}" dt="2022-11-21T20:22:06.207" v="4711" actId="47"/>
        <pc:sldMkLst>
          <pc:docMk/>
          <pc:sldMk cId="2788775478" sldId="1924"/>
        </pc:sldMkLst>
      </pc:sldChg>
      <pc:sldChg chg="modSp add mod ord">
        <pc:chgData name="Austin, Wes" userId="af0a08d3-450a-44fe-af25-05348afc4137" providerId="ADAL" clId="{C49FB310-5981-4FD6-87E0-836997F1AE76}" dt="2022-11-21T20:43:53.245" v="5448"/>
        <pc:sldMkLst>
          <pc:docMk/>
          <pc:sldMk cId="3306120400" sldId="1924"/>
        </pc:sldMkLst>
        <pc:spChg chg="mod">
          <ac:chgData name="Austin, Wes" userId="af0a08d3-450a-44fe-af25-05348afc4137" providerId="ADAL" clId="{C49FB310-5981-4FD6-87E0-836997F1AE76}" dt="2022-11-21T20:43:53.245" v="5448"/>
          <ac:spMkLst>
            <pc:docMk/>
            <pc:sldMk cId="3306120400" sldId="1924"/>
            <ac:spMk id="3" creationId="{7050ABE8-D54D-C1C5-DE4A-89BE0619D94A}"/>
          </ac:spMkLst>
        </pc:spChg>
      </pc:sldChg>
      <pc:sldChg chg="add del">
        <pc:chgData name="Austin, Wes" userId="af0a08d3-450a-44fe-af25-05348afc4137" providerId="ADAL" clId="{C49FB310-5981-4FD6-87E0-836997F1AE76}" dt="2022-11-21T20:22:06.207" v="4711" actId="47"/>
        <pc:sldMkLst>
          <pc:docMk/>
          <pc:sldMk cId="2911647500" sldId="1925"/>
        </pc:sldMkLst>
      </pc:sldChg>
      <pc:sldChg chg="add del">
        <pc:chgData name="Austin, Wes" userId="af0a08d3-450a-44fe-af25-05348afc4137" providerId="ADAL" clId="{C49FB310-5981-4FD6-87E0-836997F1AE76}" dt="2022-11-21T20:22:06.207" v="4711" actId="47"/>
        <pc:sldMkLst>
          <pc:docMk/>
          <pc:sldMk cId="377685621" sldId="1926"/>
        </pc:sldMkLst>
      </pc:sldChg>
      <pc:sldMasterChg chg="delSldLayout">
        <pc:chgData name="Austin, Wes" userId="af0a08d3-450a-44fe-af25-05348afc4137" providerId="ADAL" clId="{C49FB310-5981-4FD6-87E0-836997F1AE76}" dt="2022-11-21T20:32:45.877" v="5160" actId="47"/>
        <pc:sldMasterMkLst>
          <pc:docMk/>
          <pc:sldMasterMk cId="2101269002" sldId="2147483660"/>
        </pc:sldMasterMkLst>
        <pc:sldLayoutChg chg="del">
          <pc:chgData name="Austin, Wes" userId="af0a08d3-450a-44fe-af25-05348afc4137" providerId="ADAL" clId="{C49FB310-5981-4FD6-87E0-836997F1AE76}" dt="2022-11-21T20:32:45.877" v="5160" actId="47"/>
          <pc:sldLayoutMkLst>
            <pc:docMk/>
            <pc:sldMasterMk cId="2101269002" sldId="2147483660"/>
            <pc:sldLayoutMk cId="3909858965" sldId="214748367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13A625-3A15-ACBE-8CBF-C2AAD8D30E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0433B-45C8-E9C7-266E-286ED8395A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ABB0A-9B4A-4429-BD7A-E953AD02331E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9F3DAF-81C5-73CC-EF32-22C2A157AA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4091C-2588-55AB-A9AC-84519A4CDA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04628-7E14-4689-A0F7-5C5F1B1FC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34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51268-28D7-4A1D-B6E7-7FC72436707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CB739-FC4C-4CC2-B8DD-75C8DB48E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51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73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– all allocations handed out for free. </a:t>
            </a:r>
          </a:p>
          <a:p>
            <a:r>
              <a:rPr lang="en-US" dirty="0"/>
              <a:t>Phase 2 – 90% allocations handed out for free. </a:t>
            </a:r>
          </a:p>
          <a:p>
            <a:endParaRPr lang="en-US" dirty="0"/>
          </a:p>
          <a:p>
            <a:r>
              <a:rPr lang="en-US" dirty="0"/>
              <a:t>Phase 3 consolidated national-level markets across the entire EU. </a:t>
            </a:r>
          </a:p>
          <a:p>
            <a:r>
              <a:rPr lang="en-US" dirty="0"/>
              <a:t>More auctions, fewer international offsets. </a:t>
            </a:r>
          </a:p>
          <a:p>
            <a:endParaRPr lang="en-US" dirty="0"/>
          </a:p>
          <a:p>
            <a:r>
              <a:rPr lang="en-US" dirty="0"/>
              <a:t>Phase 4: market stability reserve, no international offsets, new GHG goals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58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35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65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47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02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76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97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18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85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97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77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00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91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303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58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135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505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601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651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067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287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51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16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754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160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502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25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659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8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010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712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287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0658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833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187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243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78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CB739-FC4C-4CC2-B8DD-75C8DB48E18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0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>
            <a:cxnSpLocks/>
          </p:cNvCxnSpPr>
          <p:nvPr userDrawn="1"/>
        </p:nvCxnSpPr>
        <p:spPr>
          <a:xfrm flipV="1">
            <a:off x="576573" y="3252524"/>
            <a:ext cx="8719827" cy="1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 userDrawn="1"/>
        </p:nvSpPr>
        <p:spPr>
          <a:xfrm>
            <a:off x="2895600" y="2336373"/>
            <a:ext cx="6400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58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98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578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/>
          <p:cNvSpPr txBox="1">
            <a:spLocks/>
          </p:cNvSpPr>
          <p:nvPr userDrawn="1"/>
        </p:nvSpPr>
        <p:spPr>
          <a:xfrm>
            <a:off x="2251882" y="6506128"/>
            <a:ext cx="6587318" cy="2889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 cap="none" baseline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WTP for water quality, location information, and the rural-urban divide</a:t>
            </a:r>
          </a:p>
        </p:txBody>
      </p:sp>
    </p:spTree>
    <p:extLst>
      <p:ext uri="{BB962C8B-B14F-4D97-AF65-F5344CB8AC3E}">
        <p14:creationId xmlns:p14="http://schemas.microsoft.com/office/powerpoint/2010/main" val="621389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 userDrawn="1"/>
        </p:nvSpPr>
        <p:spPr>
          <a:xfrm>
            <a:off x="0" y="6453218"/>
            <a:ext cx="12192000" cy="418034"/>
          </a:xfrm>
          <a:prstGeom prst="rect">
            <a:avLst/>
          </a:prstGeom>
          <a:gradFill>
            <a:gsLst>
              <a:gs pos="10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ooter Placeholder 4"/>
          <p:cNvSpPr txBox="1">
            <a:spLocks/>
          </p:cNvSpPr>
          <p:nvPr userDrawn="1"/>
        </p:nvSpPr>
        <p:spPr>
          <a:xfrm>
            <a:off x="7906894" y="6514937"/>
            <a:ext cx="4285106" cy="294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 cap="none" baseline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Footer Placeholder 4"/>
          <p:cNvSpPr txBox="1">
            <a:spLocks/>
          </p:cNvSpPr>
          <p:nvPr userDrawn="1"/>
        </p:nvSpPr>
        <p:spPr>
          <a:xfrm>
            <a:off x="62778" y="6514936"/>
            <a:ext cx="7410364" cy="294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 cap="none" baseline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 21: Market-based Environmental Regulations in Practice</a:t>
            </a:r>
          </a:p>
        </p:txBody>
      </p:sp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2936995" y="6490212"/>
            <a:ext cx="6318010" cy="2889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 cap="none" baseline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baseline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26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75" r:id="rId3"/>
    <p:sldLayoutId id="2147483676" r:id="rId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kern="1200" spc="-5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hyperlink" Target="https://carbonmarketwatch.org/wp-content/uploads/2022/03/CMW_EU_ETS_101_guide.pdf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hyperlink" Target="https://carbonmarketwatch.org/wp-content/uploads/2021/06/Phantom_leakage_WEB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hyperlink" Target="https://carbonmarketwatch.org/wp-content/uploads/2022/03/CMW_EU_ETS_101_guide.pdf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hyperlink" Target="https://carbonmarketwatch.org/wp-content/uploads/2022/03/CMW_EU_ETS_101_guide.pdf" TargetMode="Externa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hyperlink" Target="https://carbonmarketwatch.org/wp-content/uploads/2022/03/CMW_EU_ETS_101_guide.pdf" TargetMode="Externa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5.png"/><Relationship Id="rId4" Type="http://schemas.openxmlformats.org/officeDocument/2006/relationships/hyperlink" Target="https://www.youtube.com/watch?v=6p8zAbFKpW0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eguardian.com/global-development/gallery/2011/sep/13/kenya-small-farmers-development-in-pictures" TargetMode="External"/><Relationship Id="rId3" Type="http://schemas.openxmlformats.org/officeDocument/2006/relationships/notesSlide" Target="../notesSlides/notesSlide9.xml"/><Relationship Id="rId7" Type="http://schemas.openxmlformats.org/officeDocument/2006/relationships/hyperlink" Target="https://www.youtube.com/watch?v=IDgDWbQtlKI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hyperlink" Target="https://rainwaterrunoff.com/turning-drylands-into-a-green-oasis-two-examples-from-india-state-of-rajasthan/" TargetMode="External"/><Relationship Id="rId5" Type="http://schemas.openxmlformats.org/officeDocument/2006/relationships/hyperlink" Target="https://www.frontiersin.org/articles/10.3389/fsufs.2021.714212/full#:~:text=Zai%20pit%20is%20a%20form,Danjuma%20and%20Mhttps://www.frontiersin.org/articles/10.3389/fsufs.2021.714212/full" TargetMode="External"/><Relationship Id="rId10" Type="http://schemas.openxmlformats.org/officeDocument/2006/relationships/image" Target="../media/image7.jpeg"/><Relationship Id="rId4" Type="http://schemas.openxmlformats.org/officeDocument/2006/relationships/hyperlink" Target="https://www.sciencenews.org/article/planting-trees-climate-change-carbon-capture-deforestation" TargetMode="External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hyperlink" Target="https://carbonmarketwatch.org/wp-content/uploads/2022/03/CMW_EU_ETS_101_guide.pdf" TargetMode="Externa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hyperlink" Target="https://www.occrp.org/en/investigations/bulgarian-coal-magnates-plants-may-have-saved-around-30m-euros-by-under-declaring-emissions" TargetMode="External"/><Relationship Id="rId4" Type="http://schemas.openxmlformats.org/officeDocument/2006/relationships/hyperlink" Target="https://www.europol.europa.eu/media-press/newsroom/news/further-investigations-vat-fraud-linked-to-carbon-emissions-trading-syste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9.png"/><Relationship Id="rId4" Type="http://schemas.openxmlformats.org/officeDocument/2006/relationships/hyperlink" Target="https://www.eprg.group.cam.ac.uk/wp-content/uploads/2008/11/eprg0617.pdf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hyperlink" Target="http://eprints.lse.ac.uk/62723/1/__lse.ac.uk_storage_LIBRARY_Secondary_libfile_shared_repository_Content_Dechezlepretre,%20A_ENVIRONMENTAL%20POLICY%20AND%20DIRECTED%20TECHNOLOGICAL%20CHANGE_Dechezlpretre_ENVIRONMENTAL_POLICY_AND_DIRECTED_TECHNOLOGICAL_CHANGE.pdf" TargetMode="Externa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hyperlink" Target="https://carbonmarketwatch.org/wp-content/uploads/2022/03/CMW_EU_ETS_101_guide.pdf" TargetMode="Externa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hyperlink" Target="https://www.nber.org/papers/w30263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140.png"/><Relationship Id="rId5" Type="http://schemas.openxmlformats.org/officeDocument/2006/relationships/hyperlink" Target="https://eta-publications.lbl.gov/sites/default/files/rps_status_update-2021_early_release.pdf" TargetMode="Externa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hyperlink" Target="https://eta-publications.lbl.gov/sites/default/files/rps_status_update-2021_early_release.pdf" TargetMode="Externa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15.emf"/><Relationship Id="rId4" Type="http://schemas.openxmlformats.org/officeDocument/2006/relationships/hyperlink" Target="https://eta-publications.lbl.gov/sites/default/files/rps_status_update-2021_early_release.pdf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hyperlink" Target="https://bfi.uchicago.edu/working-paper/do-renewable-portfolio-standards-deliver-cost-effective-carbon-abatement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5" Type="http://schemas.openxmlformats.org/officeDocument/2006/relationships/hyperlink" Target="https://haas.berkeley.edu/wp-content/uploads/WP314.pdf" TargetMode="Externa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5" Type="http://schemas.openxmlformats.org/officeDocument/2006/relationships/hyperlink" Target="https://www.rff.org/events/rff-live/inflation-reduction-act/" TargetMode="External"/><Relationship Id="rId4" Type="http://schemas.openxmlformats.org/officeDocument/2006/relationships/hyperlink" Target="https://www.rff.org/events/rff-live/climate-change-and-the-supreme-court-west-virginia-v-ep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4632" y="4471423"/>
            <a:ext cx="670930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>
                <a:latin typeface="+mj-lt"/>
                <a:cs typeface="Calibri Light" panose="020F0302020204030204" pitchFamily="34" charset="0"/>
              </a:rPr>
              <a:t>Prof. Austin</a:t>
            </a:r>
          </a:p>
          <a:p>
            <a:r>
              <a:rPr lang="en-US" sz="2600">
                <a:latin typeface="+mj-lt"/>
                <a:cs typeface="Calibri Light" panose="020F0302020204030204" pitchFamily="34" charset="0"/>
              </a:rPr>
              <a:t>Environmental Economics</a:t>
            </a:r>
            <a:br>
              <a:rPr lang="en-US" sz="2600">
                <a:latin typeface="+mj-lt"/>
                <a:cs typeface="Calibri Light" panose="020F0302020204030204" pitchFamily="34" charset="0"/>
              </a:rPr>
            </a:br>
            <a:r>
              <a:rPr lang="en-US" sz="2600">
                <a:latin typeface="+mj-lt"/>
                <a:cs typeface="Calibri Light" panose="020F0302020204030204" pitchFamily="34" charset="0"/>
              </a:rPr>
              <a:t>Econ 475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84632" y="2603768"/>
            <a:ext cx="11022736" cy="70788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2800" dirty="0">
                <a:solidFill>
                  <a:srgbClr val="0070C0"/>
                </a:solidFill>
                <a:latin typeface="+mj-lt"/>
                <a:cs typeface="Calibri Light" panose="020F0302020204030204" pitchFamily="34" charset="0"/>
              </a:rPr>
              <a:t>Lecture 21: Market-based Environmental Regulations in Practice</a:t>
            </a:r>
          </a:p>
        </p:txBody>
      </p:sp>
    </p:spTree>
    <p:extLst>
      <p:ext uri="{BB962C8B-B14F-4D97-AF65-F5344CB8AC3E}">
        <p14:creationId xmlns:p14="http://schemas.microsoft.com/office/powerpoint/2010/main" val="2768470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A3557F-96F0-8004-194F-1DA16D1BD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2406657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2">
                    <a:lumMod val="50000"/>
                  </a:schemeClr>
                </a:solidFill>
                <a:latin typeface="+mj-lt"/>
                <a:ea typeface="Cambria" panose="02040503050406030204" pitchFamily="18" charset="0"/>
              </a:rPr>
              <a:t>Part 1: Market-Based Instruments in Practice </a:t>
            </a:r>
          </a:p>
        </p:txBody>
      </p:sp>
    </p:spTree>
    <p:extLst>
      <p:ext uri="{BB962C8B-B14F-4D97-AF65-F5344CB8AC3E}">
        <p14:creationId xmlns:p14="http://schemas.microsoft.com/office/powerpoint/2010/main" val="2115084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0ABE8-D54D-C1C5-DE4A-89BE0619D94A}"/>
              </a:ext>
            </a:extLst>
          </p:cNvPr>
          <p:cNvSpPr txBox="1"/>
          <p:nvPr/>
        </p:nvSpPr>
        <p:spPr>
          <a:xfrm>
            <a:off x="707609" y="2014926"/>
            <a:ext cx="5012161" cy="282814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Outline:</a:t>
            </a:r>
          </a:p>
          <a:p>
            <a:pPr marL="914400" lvl="1" indent="-457200">
              <a:lnSpc>
                <a:spcPct val="125000"/>
              </a:lnSpc>
              <a:buFont typeface="+mj-lt"/>
              <a:buAutoNum type="arabicParenR"/>
            </a:pPr>
            <a:r>
              <a:rPr lang="en-US" sz="2400" dirty="0"/>
              <a:t>EU Emissions Trading System</a:t>
            </a:r>
          </a:p>
          <a:p>
            <a:pPr marL="914400" lvl="1" indent="-457200">
              <a:lnSpc>
                <a:spcPct val="125000"/>
              </a:lnSpc>
              <a:buFont typeface="+mj-lt"/>
              <a:buAutoNum type="arabicParenR"/>
            </a:pPr>
            <a:r>
              <a:rPr lang="en-US" sz="2400" dirty="0"/>
              <a:t>Other Market-based GHG Policies</a:t>
            </a:r>
          </a:p>
          <a:p>
            <a:pPr marL="914400" lvl="1" indent="-457200">
              <a:lnSpc>
                <a:spcPct val="125000"/>
              </a:lnSpc>
              <a:buFont typeface="+mj-lt"/>
              <a:buAutoNum type="arabicParenR"/>
            </a:pPr>
            <a:r>
              <a:rPr lang="en-US" sz="2400" dirty="0"/>
              <a:t>Differences Across Policies at Complete GHG Elimination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+mj-lt"/>
                <a:ea typeface="Cambria" panose="02040503050406030204" pitchFamily="18" charset="0"/>
              </a:rPr>
              <a:t>Market-Based Instruments in Practice</a:t>
            </a:r>
            <a:endParaRPr lang="en-US" sz="4000" dirty="0">
              <a:solidFill>
                <a:srgbClr val="0070C0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6654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148282" y="2323412"/>
            <a:ext cx="3416832" cy="375487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Largest GHG cap-and-trade in the world (before 2021).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Four phases.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27 countries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40% of EU GHGs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12,000 entities </a:t>
            </a:r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EU Emissions Trading Market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723668-A4C9-42A2-B5C1-6B1BF15B3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113" y="2323412"/>
            <a:ext cx="8626887" cy="2878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EAC3BA-5782-4FD9-85AA-47FD0A0555E2}"/>
              </a:ext>
            </a:extLst>
          </p:cNvPr>
          <p:cNvSpPr txBox="1"/>
          <p:nvPr/>
        </p:nvSpPr>
        <p:spPr>
          <a:xfrm>
            <a:off x="9144000" y="52709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Carbon Market Watch</a:t>
            </a:r>
            <a:r>
              <a:rPr lang="en-US" dirty="0"/>
              <a:t>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8325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General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8DC0B-3165-4511-A3D0-A85E32FF6CC1}"/>
              </a:ext>
            </a:extLst>
          </p:cNvPr>
          <p:cNvSpPr txBox="1"/>
          <p:nvPr/>
        </p:nvSpPr>
        <p:spPr>
          <a:xfrm>
            <a:off x="2094954" y="2002837"/>
            <a:ext cx="8002092" cy="42165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Carbon neutrality by 2050, 55% net reduction by 2030. 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Partly auction (57% as of Phase 3), partly free allowances.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Allowances targeted to protect against leakage.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Heavy industries like steel receive allowances (close to </a:t>
            </a:r>
            <a:r>
              <a:rPr lang="en-US" sz="2400" dirty="0">
                <a:hlinkClick r:id="rId4"/>
              </a:rPr>
              <a:t>95% of emissions</a:t>
            </a:r>
            <a:r>
              <a:rPr lang="en-US" sz="2400" dirty="0"/>
              <a:t> in heavy industry).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Aviation receives allowances and flights to non-EU states do not count towards total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Electricity generally not eligible for free allowances</a:t>
            </a:r>
          </a:p>
          <a:p>
            <a:pPr lvl="1"/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6037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Concerns with EU 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8DC0B-3165-4511-A3D0-A85E32FF6CC1}"/>
              </a:ext>
            </a:extLst>
          </p:cNvPr>
          <p:cNvSpPr txBox="1"/>
          <p:nvPr/>
        </p:nvSpPr>
        <p:spPr>
          <a:xfrm>
            <a:off x="1219200" y="2413145"/>
            <a:ext cx="8002092" cy="28315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Early hiccups and other concerns: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Over-allocation of allotments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International offsets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Fraud and misreporting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Windfall profits </a:t>
            </a:r>
          </a:p>
          <a:p>
            <a:pPr lvl="1"/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2600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Overallocation of Allotments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A630D1-2783-45DA-97C5-37D706FF4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335" y="1704210"/>
            <a:ext cx="8612660" cy="43920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00AF75-16F8-4500-AEE7-656670C67395}"/>
              </a:ext>
            </a:extLst>
          </p:cNvPr>
          <p:cNvSpPr txBox="1"/>
          <p:nvPr/>
        </p:nvSpPr>
        <p:spPr>
          <a:xfrm>
            <a:off x="355257" y="2552709"/>
            <a:ext cx="2635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Excess credits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94B3BB-7AC4-4967-88F4-F4213713D989}"/>
              </a:ext>
            </a:extLst>
          </p:cNvPr>
          <p:cNvCxnSpPr>
            <a:cxnSpLocks/>
          </p:cNvCxnSpPr>
          <p:nvPr/>
        </p:nvCxnSpPr>
        <p:spPr>
          <a:xfrm>
            <a:off x="2990335" y="2977979"/>
            <a:ext cx="12851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330D805-4B13-4DBF-B605-5E3FEC8FE72D}"/>
              </a:ext>
            </a:extLst>
          </p:cNvPr>
          <p:cNvSpPr txBox="1"/>
          <p:nvPr/>
        </p:nvSpPr>
        <p:spPr>
          <a:xfrm>
            <a:off x="9144000" y="60506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Carbon Market Watch</a:t>
            </a:r>
            <a:r>
              <a:rPr lang="en-US" dirty="0"/>
              <a:t>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6920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EU Emissions Trading Market Allowance Prices over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9408A-90BD-4AB2-9C46-74E6FE8B56FC}"/>
              </a:ext>
            </a:extLst>
          </p:cNvPr>
          <p:cNvSpPr txBox="1"/>
          <p:nvPr/>
        </p:nvSpPr>
        <p:spPr>
          <a:xfrm>
            <a:off x="434422" y="2172361"/>
            <a:ext cx="3816302" cy="328981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Over-allocation impacts on prices clearly visible.</a:t>
            </a:r>
          </a:p>
          <a:p>
            <a:pPr>
              <a:lnSpc>
                <a:spcPct val="125000"/>
              </a:lnSpc>
            </a:pPr>
            <a:endParaRPr lang="en-US" sz="2400" dirty="0"/>
          </a:p>
          <a:p>
            <a:pPr>
              <a:lnSpc>
                <a:spcPct val="125000"/>
              </a:lnSpc>
            </a:pPr>
            <a:r>
              <a:rPr lang="en-US" sz="2400" dirty="0"/>
              <a:t>Offsets, financial crisis lowering output, high cap led to near collapse of prices in 2014.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A2D23A-311C-48B1-9BE5-24DF98644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433" y="1762693"/>
            <a:ext cx="7572204" cy="4109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616E81-38AA-4D9E-BE78-958C6E1ADB48}"/>
              </a:ext>
            </a:extLst>
          </p:cNvPr>
          <p:cNvSpPr txBox="1"/>
          <p:nvPr/>
        </p:nvSpPr>
        <p:spPr>
          <a:xfrm>
            <a:off x="9144000" y="59750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Carbon Market Watch</a:t>
            </a:r>
            <a:r>
              <a:rPr lang="en-US" dirty="0"/>
              <a:t>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9900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89FF75-F99A-486B-A5C0-E62AC5D18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63" y="800100"/>
            <a:ext cx="9904014" cy="5257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B6B761-686A-49EF-9B38-EB711ABBF5AE}"/>
              </a:ext>
            </a:extLst>
          </p:cNvPr>
          <p:cNvSpPr txBox="1"/>
          <p:nvPr/>
        </p:nvSpPr>
        <p:spPr>
          <a:xfrm>
            <a:off x="9144000" y="60578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Carbon Market Watch</a:t>
            </a:r>
            <a:r>
              <a:rPr lang="en-US" dirty="0"/>
              <a:t>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7432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Problems with Offsets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8DC0B-3165-4511-A3D0-A85E32FF6CC1}"/>
              </a:ext>
            </a:extLst>
          </p:cNvPr>
          <p:cNvSpPr txBox="1"/>
          <p:nvPr/>
        </p:nvSpPr>
        <p:spPr>
          <a:xfrm>
            <a:off x="531234" y="1923908"/>
            <a:ext cx="4609353" cy="375147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Over 1 billion international offset credits entered the market by 2012. Limited to 500m by 2020. </a:t>
            </a:r>
          </a:p>
          <a:p>
            <a:pPr>
              <a:lnSpc>
                <a:spcPct val="125000"/>
              </a:lnSpc>
            </a:pPr>
            <a:endParaRPr lang="en-US" sz="2400" dirty="0"/>
          </a:p>
          <a:p>
            <a:pPr>
              <a:lnSpc>
                <a:spcPct val="125000"/>
              </a:lnSpc>
            </a:pPr>
            <a:r>
              <a:rPr lang="en-US" sz="2400" dirty="0"/>
              <a:t>Why a concern?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Additionality 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Permanence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Verification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7E76E6-BD75-42EA-8CBF-5D4CFE5EB758}"/>
              </a:ext>
            </a:extLst>
          </p:cNvPr>
          <p:cNvSpPr txBox="1"/>
          <p:nvPr/>
        </p:nvSpPr>
        <p:spPr>
          <a:xfrm>
            <a:off x="6096001" y="5536195"/>
            <a:ext cx="5925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Great summary of issues with carbon offsets by John Oliver.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6121BA-9EE8-4EEC-B2C4-6E031E8EA6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832" y="2368061"/>
            <a:ext cx="6659450" cy="30802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98834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5782081" y="-6770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Aside: Planting Trees?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8DC0B-3165-4511-A3D0-A85E32FF6CC1}"/>
              </a:ext>
            </a:extLst>
          </p:cNvPr>
          <p:cNvSpPr txBox="1"/>
          <p:nvPr/>
        </p:nvSpPr>
        <p:spPr>
          <a:xfrm>
            <a:off x="6597910" y="1389438"/>
            <a:ext cx="5594089" cy="460356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000" dirty="0"/>
              <a:t>Trillion Trees Initiative &amp; Great Green Wall in the Sahara?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80% of planted trees have died.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Monoculture tree forests susceptible to disease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Ultimately </a:t>
            </a:r>
            <a:r>
              <a:rPr lang="en-US" sz="2000" dirty="0">
                <a:hlinkClick r:id="rId4"/>
              </a:rPr>
              <a:t>not enough mitigation</a:t>
            </a:r>
            <a:r>
              <a:rPr lang="en-US" sz="2000" dirty="0"/>
              <a:t> in trees 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dirty="0"/>
              <a:t>7.6 billion tons absorbed by trees of 36 billion tons CO2e</a:t>
            </a:r>
          </a:p>
          <a:p>
            <a:pPr>
              <a:lnSpc>
                <a:spcPct val="125000"/>
              </a:lnSpc>
            </a:pPr>
            <a:r>
              <a:rPr lang="en-US" sz="2000" dirty="0"/>
              <a:t>More success with permaculture: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hlinkClick r:id="rId5"/>
              </a:rPr>
              <a:t>Zai</a:t>
            </a:r>
            <a:r>
              <a:rPr lang="en-US" sz="2000" dirty="0"/>
              <a:t>, swales, step irrigation, </a:t>
            </a:r>
            <a:r>
              <a:rPr lang="en-US" sz="2000" dirty="0">
                <a:hlinkClick r:id="rId6"/>
              </a:rPr>
              <a:t>bunds and water farming in Rajasthan</a:t>
            </a:r>
            <a:r>
              <a:rPr lang="en-US" sz="2000" dirty="0"/>
              <a:t>.</a:t>
            </a:r>
          </a:p>
          <a:p>
            <a:pPr>
              <a:lnSpc>
                <a:spcPct val="125000"/>
              </a:lnSpc>
            </a:pPr>
            <a:r>
              <a:rPr lang="en-US" sz="2000" dirty="0"/>
              <a:t>Also, paying indigenous cultures to maintain land.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06A9F-0F86-478B-A374-01FB27C25CBA}"/>
              </a:ext>
            </a:extLst>
          </p:cNvPr>
          <p:cNvSpPr txBox="1"/>
          <p:nvPr/>
        </p:nvSpPr>
        <p:spPr>
          <a:xfrm>
            <a:off x="1" y="3871675"/>
            <a:ext cx="26294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i="1" dirty="0"/>
              <a:t>Above</a:t>
            </a:r>
            <a:r>
              <a:rPr lang="en-US" sz="2000" dirty="0"/>
              <a:t>: John Liu’s work (see “</a:t>
            </a:r>
            <a:r>
              <a:rPr lang="en-US" sz="2000" dirty="0">
                <a:hlinkClick r:id="rId7"/>
              </a:rPr>
              <a:t>Regreening the desert</a:t>
            </a:r>
            <a:r>
              <a:rPr lang="en-US" sz="2000" dirty="0"/>
              <a:t>” documentary.) </a:t>
            </a:r>
          </a:p>
          <a:p>
            <a:pPr algn="r"/>
            <a:endParaRPr lang="en-US" sz="2000" dirty="0"/>
          </a:p>
          <a:p>
            <a:pPr algn="r"/>
            <a:r>
              <a:rPr lang="en-US" sz="2000" i="1" dirty="0"/>
              <a:t>Right</a:t>
            </a:r>
            <a:r>
              <a:rPr lang="en-US" sz="2000" dirty="0"/>
              <a:t>:</a:t>
            </a:r>
          </a:p>
          <a:p>
            <a:pPr algn="r"/>
            <a:r>
              <a:rPr lang="en-US" sz="2000" dirty="0" err="1">
                <a:hlinkClick r:id="rId8"/>
              </a:rPr>
              <a:t>Zai</a:t>
            </a:r>
            <a:r>
              <a:rPr lang="en-US" sz="2000" dirty="0">
                <a:hlinkClick r:id="rId8"/>
              </a:rPr>
              <a:t> in Kenya </a:t>
            </a:r>
            <a:endParaRPr lang="en-US" sz="2000" dirty="0"/>
          </a:p>
        </p:txBody>
      </p:sp>
      <p:pic>
        <p:nvPicPr>
          <p:cNvPr id="1032" name="Picture 8" descr="John D. Liu_Regreening The Desert">
            <a:extLst>
              <a:ext uri="{FF2B5EF4-FFF2-40B4-BE49-F238E27FC236}">
                <a16:creationId xmlns:a16="http://schemas.microsoft.com/office/drawing/2014/main" id="{6F32305E-4EA1-40F3-95E3-9E872C17C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73" y="353560"/>
            <a:ext cx="6175357" cy="3087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mall farmers in eastern Kenya dig for survival - in pictures | Global  development | The Guardian">
            <a:extLst>
              <a:ext uri="{FF2B5EF4-FFF2-40B4-BE49-F238E27FC236}">
                <a16:creationId xmlns:a16="http://schemas.microsoft.com/office/drawing/2014/main" id="{1F3DBF5E-E350-43EF-8CE5-D239DE3C4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37" y="3546746"/>
            <a:ext cx="3782193" cy="2836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7012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299BBFD-DFC2-40EE-8AF1-1634BD736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84" y="4710457"/>
            <a:ext cx="11911062" cy="14375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EU ETS Market Stability Reserve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8DC0B-3165-4511-A3D0-A85E32FF6CC1}"/>
              </a:ext>
            </a:extLst>
          </p:cNvPr>
          <p:cNvSpPr txBox="1"/>
          <p:nvPr/>
        </p:nvSpPr>
        <p:spPr>
          <a:xfrm>
            <a:off x="701200" y="1751775"/>
            <a:ext cx="11024060" cy="375487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MSR started operation in 2018. Keeps over-supply in check by purchasing allowances: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Some backloaded allowances (that had been pushed from 2013 to later in the decade) purchased by MSR.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Reduces allowances in circulation by a specific share from the prior year excess; will start to retire these in 2023. </a:t>
            </a:r>
          </a:p>
          <a:p>
            <a:pPr>
              <a:lnSpc>
                <a:spcPct val="125000"/>
              </a:lnSpc>
            </a:pPr>
            <a:r>
              <a:rPr lang="en-US" sz="2400" dirty="0"/>
              <a:t>International offsets scaled back from 2013-2020 and then prohibited in 2021. </a:t>
            </a:r>
          </a:p>
          <a:p>
            <a:pPr>
              <a:lnSpc>
                <a:spcPct val="125000"/>
              </a:lnSpc>
            </a:pPr>
            <a:endParaRPr lang="en-US" sz="2400" dirty="0"/>
          </a:p>
          <a:p>
            <a:pPr lvl="1"/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D38F8F-B3C0-49FF-8B45-75BB2CB95EC8}"/>
              </a:ext>
            </a:extLst>
          </p:cNvPr>
          <p:cNvSpPr txBox="1"/>
          <p:nvPr/>
        </p:nvSpPr>
        <p:spPr>
          <a:xfrm>
            <a:off x="8992016" y="59772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Carbon Market Watch</a:t>
            </a:r>
            <a:r>
              <a:rPr lang="en-US" dirty="0"/>
              <a:t>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7772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EU ETS Other Concerns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8DC0B-3165-4511-A3D0-A85E32FF6CC1}"/>
              </a:ext>
            </a:extLst>
          </p:cNvPr>
          <p:cNvSpPr txBox="1"/>
          <p:nvPr/>
        </p:nvSpPr>
        <p:spPr>
          <a:xfrm>
            <a:off x="712923" y="2166960"/>
            <a:ext cx="9533045" cy="348557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200" dirty="0"/>
              <a:t>Value-added tax fraud: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Companies buy carbon allowances in one country without a VAT, sell in another with the tax (pocket difference). 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hlinkClick r:id="rId4"/>
              </a:rPr>
              <a:t>5B EUR in damages from VAT fraud</a:t>
            </a:r>
            <a:r>
              <a:rPr lang="en-US" sz="2200" dirty="0"/>
              <a:t>. </a:t>
            </a:r>
          </a:p>
          <a:p>
            <a:pPr>
              <a:lnSpc>
                <a:spcPct val="125000"/>
              </a:lnSpc>
            </a:pPr>
            <a:r>
              <a:rPr lang="en-US" sz="2200" dirty="0"/>
              <a:t>Under-reporting: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hlinkClick r:id="rId5"/>
              </a:rPr>
              <a:t>30M in under-reported emissions at a Bulgarian coal plant</a:t>
            </a:r>
            <a:r>
              <a:rPr lang="en-US" sz="2200" dirty="0"/>
              <a:t>. </a:t>
            </a:r>
          </a:p>
          <a:p>
            <a:pPr lvl="1">
              <a:lnSpc>
                <a:spcPct val="125000"/>
              </a:lnSpc>
            </a:pPr>
            <a:endParaRPr lang="en-US" sz="2200" dirty="0"/>
          </a:p>
          <a:p>
            <a:pPr lvl="1"/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5854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Windfall Profits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8DC0B-3165-4511-A3D0-A85E32FF6CC1}"/>
              </a:ext>
            </a:extLst>
          </p:cNvPr>
          <p:cNvSpPr txBox="1"/>
          <p:nvPr/>
        </p:nvSpPr>
        <p:spPr>
          <a:xfrm>
            <a:off x="373398" y="2734880"/>
            <a:ext cx="3589445" cy="237218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000" dirty="0"/>
              <a:t>In Phase 1 &amp; 2, electricity generators passed opportunity cost of freely-acquired allowances on to consumers in the form of higher prices (</a:t>
            </a:r>
            <a:r>
              <a:rPr lang="en-US" sz="2000" dirty="0" err="1">
                <a:hlinkClick r:id="rId4"/>
              </a:rPr>
              <a:t>Sigm</a:t>
            </a:r>
            <a:r>
              <a:rPr lang="en-US" sz="2000" dirty="0">
                <a:hlinkClick r:id="rId4"/>
              </a:rPr>
              <a:t> et al., 2006</a:t>
            </a:r>
            <a:r>
              <a:rPr lang="en-US" sz="2000" dirty="0"/>
              <a:t>). 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B42850-9BEF-4119-A713-B79D26DF8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501" y="2392719"/>
            <a:ext cx="8232049" cy="29934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2496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39" y="211214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EU ETS Other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8DC0B-3165-4511-A3D0-A85E32FF6CC1}"/>
              </a:ext>
            </a:extLst>
          </p:cNvPr>
          <p:cNvSpPr txBox="1"/>
          <p:nvPr/>
        </p:nvSpPr>
        <p:spPr>
          <a:xfrm>
            <a:off x="724647" y="2166960"/>
            <a:ext cx="6227138" cy="513986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Innovation Fund: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Collects 20B EUR from auctions for subsidizing development of low-carbon technologies. </a:t>
            </a:r>
          </a:p>
          <a:p>
            <a:pPr>
              <a:lnSpc>
                <a:spcPct val="125000"/>
              </a:lnSpc>
            </a:pPr>
            <a:r>
              <a:rPr lang="en-US" sz="2400" dirty="0"/>
              <a:t>Modernization Fund: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Collects 25B EUR from auctions for modernizing the electricity sector and upgrading the grid in lower-income EU member states. </a:t>
            </a:r>
          </a:p>
          <a:p>
            <a:pPr>
              <a:lnSpc>
                <a:spcPct val="125000"/>
              </a:lnSpc>
            </a:pPr>
            <a:endParaRPr lang="en-US" sz="2400" dirty="0"/>
          </a:p>
          <a:p>
            <a:pPr lvl="1"/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454276-0A3C-4FFF-AE0E-B30BB99C8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032" y="2683802"/>
            <a:ext cx="5604722" cy="33168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FE1A8A-CF37-4E37-8239-4DDB0BA99216}"/>
              </a:ext>
            </a:extLst>
          </p:cNvPr>
          <p:cNvSpPr txBox="1"/>
          <p:nvPr/>
        </p:nvSpPr>
        <p:spPr>
          <a:xfrm>
            <a:off x="8183125" y="60006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 err="1">
                <a:hlinkClick r:id="rId5"/>
              </a:rPr>
              <a:t>Calel</a:t>
            </a:r>
            <a:r>
              <a:rPr lang="en-US" dirty="0">
                <a:hlinkClick r:id="rId5"/>
              </a:rPr>
              <a:t> and </a:t>
            </a:r>
            <a:r>
              <a:rPr lang="en-US" dirty="0" err="1">
                <a:hlinkClick r:id="rId5"/>
              </a:rPr>
              <a:t>Dechezlepetre</a:t>
            </a:r>
            <a:r>
              <a:rPr lang="en-US" dirty="0">
                <a:hlinkClick r:id="rId5"/>
              </a:rPr>
              <a:t> (2016).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CDD927-9EE9-4FE7-8716-D62B16F2561C}"/>
              </a:ext>
            </a:extLst>
          </p:cNvPr>
          <p:cNvSpPr txBox="1"/>
          <p:nvPr/>
        </p:nvSpPr>
        <p:spPr>
          <a:xfrm>
            <a:off x="7500571" y="1850497"/>
            <a:ext cx="4224690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000" dirty="0"/>
              <a:t>10% increase in low-carbon patents in industries covered by C&amp;T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5325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-1901305" y="2047427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Is it working?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8074AF-D214-49EF-ABC6-332DFCF22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97333"/>
            <a:ext cx="8159741" cy="59407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FB25C8-C93E-41DE-B006-7443E30309B7}"/>
              </a:ext>
            </a:extLst>
          </p:cNvPr>
          <p:cNvSpPr txBox="1"/>
          <p:nvPr/>
        </p:nvSpPr>
        <p:spPr>
          <a:xfrm>
            <a:off x="9028599" y="6038094"/>
            <a:ext cx="3561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Carbon Market Watch</a:t>
            </a:r>
            <a:r>
              <a:rPr lang="en-US" dirty="0"/>
              <a:t>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5844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0ABE8-D54D-C1C5-DE4A-89BE0619D94A}"/>
              </a:ext>
            </a:extLst>
          </p:cNvPr>
          <p:cNvSpPr txBox="1"/>
          <p:nvPr/>
        </p:nvSpPr>
        <p:spPr>
          <a:xfrm>
            <a:off x="790762" y="2166960"/>
            <a:ext cx="8918112" cy="39110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Carbon pricing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Carbon tax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Cap and trade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Intensity Standard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Emissions intensity standard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Clean energy standard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Subsidizing Clean Energy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Zero-emissions energy subsidies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Zero-emissions capital subsidies </a:t>
            </a:r>
          </a:p>
          <a:p>
            <a:pPr>
              <a:lnSpc>
                <a:spcPct val="125000"/>
              </a:lnSpc>
            </a:pPr>
            <a:endParaRPr lang="en-US" sz="20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Carbon Market-based Policies</a:t>
            </a:r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in </a:t>
            </a:r>
            <a:r>
              <a:rPr lang="en-US" sz="4000" dirty="0" err="1">
                <a:solidFill>
                  <a:srgbClr val="0070C0"/>
                </a:solidFill>
                <a:latin typeface="+mj-lt"/>
                <a:hlinkClick r:id="rId4"/>
              </a:rPr>
              <a:t>Borenstein</a:t>
            </a:r>
            <a:r>
              <a:rPr lang="en-US" sz="4000" dirty="0">
                <a:solidFill>
                  <a:srgbClr val="0070C0"/>
                </a:solidFill>
                <a:latin typeface="+mj-lt"/>
                <a:hlinkClick r:id="rId4"/>
              </a:rPr>
              <a:t> and Kellogg (2022)</a:t>
            </a:r>
            <a:endParaRPr lang="en-US" sz="40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83D9682B-F5F4-474D-B514-9E058A07A0AE}"/>
              </a:ext>
            </a:extLst>
          </p:cNvPr>
          <p:cNvSpPr/>
          <p:nvPr/>
        </p:nvSpPr>
        <p:spPr>
          <a:xfrm>
            <a:off x="5052646" y="3429000"/>
            <a:ext cx="1137139" cy="2174631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6501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0ABE8-D54D-C1C5-DE4A-89BE0619D94A}"/>
              </a:ext>
            </a:extLst>
          </p:cNvPr>
          <p:cNvSpPr txBox="1"/>
          <p:nvPr/>
        </p:nvSpPr>
        <p:spPr>
          <a:xfrm>
            <a:off x="805449" y="2087401"/>
            <a:ext cx="3829181" cy="429579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Set target annual carbon intensity standard for gasoline, diesel, and replacement fuels.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Intensity is measured in grams of CO2 per megajoule. 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Firms buy and sell until carbon intensity standard is met. 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Acts as a tax on higher, and subsidy on lower fuel intensities.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Emissions Intensity Standard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CDC356-A74E-48D2-805F-C40F42467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827" y="2087401"/>
            <a:ext cx="7225749" cy="36671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5530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646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Renewable Portfolio Standards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558DCC-7044-9086-C710-A131E1AE1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84" y="2963845"/>
            <a:ext cx="10494231" cy="314031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A90D03-7E47-9FAA-7A84-99C2738C9302}"/>
              </a:ext>
            </a:extLst>
          </p:cNvPr>
          <p:cNvCxnSpPr/>
          <p:nvPr/>
        </p:nvCxnSpPr>
        <p:spPr>
          <a:xfrm>
            <a:off x="4630615" y="4343400"/>
            <a:ext cx="76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1B70802-088D-ABBE-F2C3-5FA427489654}"/>
              </a:ext>
            </a:extLst>
          </p:cNvPr>
          <p:cNvSpPr txBox="1"/>
          <p:nvPr/>
        </p:nvSpPr>
        <p:spPr>
          <a:xfrm>
            <a:off x="9378462" y="6104164"/>
            <a:ext cx="361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Berkeley Lab (2021).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B677AE-98DD-AD85-1C1E-641460FEEFD9}"/>
                  </a:ext>
                </a:extLst>
              </p:cNvPr>
              <p:cNvSpPr txBox="1"/>
              <p:nvPr/>
            </p:nvSpPr>
            <p:spPr>
              <a:xfrm>
                <a:off x="3442868" y="1849234"/>
                <a:ext cx="5306261" cy="8935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𝑟𝑒𝑛𝑒𝑤𝑎𝑏𝑙𝑒𝑠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𝑜𝑠𝑠𝑖𝑙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𝑓𝑢𝑒𝑙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𝑟𝑒𝑛𝑒𝑤𝑎𝑏𝑙𝑒𝑠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𝑅𝑃𝑆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B677AE-98DD-AD85-1C1E-641460FEE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868" y="1849234"/>
                <a:ext cx="5306261" cy="8935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251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EBB7BA-6496-9284-B999-FE36F9B75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064" y="401657"/>
            <a:ext cx="10086751" cy="56542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0DF9D5-16F0-FAA9-5944-639BEB634A89}"/>
              </a:ext>
            </a:extLst>
          </p:cNvPr>
          <p:cNvSpPr txBox="1"/>
          <p:nvPr/>
        </p:nvSpPr>
        <p:spPr>
          <a:xfrm>
            <a:off x="9378462" y="6104164"/>
            <a:ext cx="361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Berkeley Lab (2021).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0159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0DF9D5-16F0-FAA9-5944-639BEB634A89}"/>
              </a:ext>
            </a:extLst>
          </p:cNvPr>
          <p:cNvSpPr txBox="1"/>
          <p:nvPr/>
        </p:nvSpPr>
        <p:spPr>
          <a:xfrm>
            <a:off x="9378462" y="6104164"/>
            <a:ext cx="361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4"/>
              </a:rPr>
              <a:t>Berkeley Lab (2021).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EBBC72-328B-529F-F6C3-BDFF5F0A2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97" y="573376"/>
            <a:ext cx="10506060" cy="53108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5248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0DF9D5-16F0-FAA9-5944-639BEB634A89}"/>
              </a:ext>
            </a:extLst>
          </p:cNvPr>
          <p:cNvSpPr txBox="1"/>
          <p:nvPr/>
        </p:nvSpPr>
        <p:spPr>
          <a:xfrm>
            <a:off x="7878872" y="6104164"/>
            <a:ext cx="5110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4"/>
              </a:rPr>
              <a:t>Greenstone and Nath (2020). </a:t>
            </a:r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E3AE449-91F7-4E7E-B346-9154B81B9E06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Renewable Portfolio Standards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F355A-580F-43D9-9C05-C25D8100A65A}"/>
              </a:ext>
            </a:extLst>
          </p:cNvPr>
          <p:cNvSpPr txBox="1"/>
          <p:nvPr/>
        </p:nvSpPr>
        <p:spPr>
          <a:xfrm>
            <a:off x="790762" y="2166960"/>
            <a:ext cx="8918112" cy="375147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After passage RPSs, reduce emissions 10-25% seven years after revisions to RPS standards.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Electricity prices increase 11%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Cost per ton of abatement is $50-298, generally above $100.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Most costs come from extending transmission lines across states. 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i.e., likely more expensive than traditional C&amp;T. </a:t>
            </a:r>
          </a:p>
          <a:p>
            <a:pPr>
              <a:lnSpc>
                <a:spcPct val="125000"/>
              </a:lnSpc>
            </a:pP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329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0ABE8-D54D-C1C5-DE4A-89BE0619D94A}"/>
              </a:ext>
            </a:extLst>
          </p:cNvPr>
          <p:cNvSpPr txBox="1"/>
          <p:nvPr/>
        </p:nvSpPr>
        <p:spPr>
          <a:xfrm>
            <a:off x="790762" y="1900006"/>
            <a:ext cx="10182038" cy="328981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400" dirty="0"/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Emissions Intensity Standard vs. Clean Energy Standard: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Clean energy standard differentiates between “clean” and “dirty” but not within these categories </a:t>
            </a:r>
          </a:p>
          <a:p>
            <a:pPr marL="1257300" lvl="2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Determining which generators produce within category reflects private marginal cost of each generation (not carbon emissions)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EIS has lower emissions but higher prices effect than CES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Comparing Intensity Standards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5829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0ABE8-D54D-C1C5-DE4A-89BE0619D94A}"/>
              </a:ext>
            </a:extLst>
          </p:cNvPr>
          <p:cNvSpPr txBox="1"/>
          <p:nvPr/>
        </p:nvSpPr>
        <p:spPr>
          <a:xfrm>
            <a:off x="790762" y="1900006"/>
            <a:ext cx="9244192" cy="467480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Pros and cons compared to other carbon strategies: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Lower electricity prices than with carbon pricing, but higher than no standard  </a:t>
            </a:r>
          </a:p>
          <a:p>
            <a:pPr marL="1257300" lvl="2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Revenue neutral – trading of compliance credits subsidizes cleaner generators and taxes dirtier generators 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Higher electricity generation than under carbon tax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Less price volatility but more quantity volatility than an emissions cap, and more price volatility but less quantity volatility than a carbon tax.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5F2D881-FA68-415A-B345-95A2E5980879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Comparing Intensity Standards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0023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0ABE8-D54D-C1C5-DE4A-89BE0619D94A}"/>
              </a:ext>
            </a:extLst>
          </p:cNvPr>
          <p:cNvSpPr txBox="1"/>
          <p:nvPr/>
        </p:nvSpPr>
        <p:spPr>
          <a:xfrm>
            <a:off x="790762" y="1900006"/>
            <a:ext cx="9244192" cy="421314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Types of subsidies: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Zero-emission energy subsidy (MWH production tax credit)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Zero-emission capital subsidy (investment tax credit)</a:t>
            </a:r>
          </a:p>
          <a:p>
            <a:pPr>
              <a:lnSpc>
                <a:spcPct val="125000"/>
              </a:lnSpc>
            </a:pPr>
            <a:endParaRPr lang="en-US" sz="2400" dirty="0"/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Production tax credit vs. investment tax credit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Investment tax credit only subsidizes capital, which does not incentivize the most cost-efficient input mix of capital and labor. </a:t>
            </a:r>
          </a:p>
          <a:p>
            <a:pPr marL="1257300" lvl="2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Investment tax credit will be costlier than production tax credit for the government. 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Subsidizing Clean Energy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5813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0ABE8-D54D-C1C5-DE4A-89BE0619D94A}"/>
              </a:ext>
            </a:extLst>
          </p:cNvPr>
          <p:cNvSpPr txBox="1"/>
          <p:nvPr/>
        </p:nvSpPr>
        <p:spPr>
          <a:xfrm>
            <a:off x="779039" y="2166960"/>
            <a:ext cx="9244192" cy="282814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Pros and Cons compared to other market-based policies: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Zero emission energy production tax credit standard differentiates between “clean” and “dirty” but not within these categories </a:t>
            </a:r>
          </a:p>
          <a:p>
            <a:pPr marL="1257300" lvl="2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Like clean energy standard but no budget neutrality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ZES has higher generation and higher emissions, but lower electricity prices than CES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Subsidizing Clean Energy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8652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Some Caveats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F1033-8E6F-7CA6-D207-B40DB5D94C31}"/>
              </a:ext>
            </a:extLst>
          </p:cNvPr>
          <p:cNvSpPr txBox="1"/>
          <p:nvPr/>
        </p:nvSpPr>
        <p:spPr>
          <a:xfrm>
            <a:off x="790762" y="2166960"/>
            <a:ext cx="8918112" cy="3869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200" dirty="0"/>
              <a:t>Carbon pricing may not end up being that much more efficient than other market-based policies: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Retail price faced by consumers is substantially higher than wholesale electricity prices due to markups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Since residential prices already exceed total SMC, further electricity price increases induced by carbon pricing would exacerbate the DWL for consumers.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Electricity is increasingly a substitute fuel for transportation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Regressivity of taxes complicates picture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2285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462E9AFE-FCE3-4594-A4DB-141C6B7644D4}"/>
              </a:ext>
            </a:extLst>
          </p:cNvPr>
          <p:cNvSpPr txBox="1">
            <a:spLocks/>
          </p:cNvSpPr>
          <p:nvPr/>
        </p:nvSpPr>
        <p:spPr>
          <a:xfrm>
            <a:off x="2483126" y="0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Are Pollution Taxes Regressive?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68CF1-64AA-0B20-4424-D155387E6C7D}"/>
              </a:ext>
            </a:extLst>
          </p:cNvPr>
          <p:cNvSpPr txBox="1"/>
          <p:nvPr/>
        </p:nvSpPr>
        <p:spPr>
          <a:xfrm>
            <a:off x="926091" y="2271545"/>
            <a:ext cx="10316340" cy="328981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>
                <a:cs typeface="Calibri Light" panose="020F0302020204030204" pitchFamily="34" charset="0"/>
              </a:rPr>
              <a:t>Pollution regulations, and carbon taxes in particular, likely regressive:</a:t>
            </a:r>
          </a:p>
          <a:p>
            <a:pPr>
              <a:lnSpc>
                <a:spcPct val="125000"/>
              </a:lnSpc>
            </a:pPr>
            <a:endParaRPr lang="en-US" sz="2400" dirty="0">
              <a:cs typeface="Calibri Light" panose="020F0302020204030204" pitchFamily="34" charset="0"/>
            </a:endParaRPr>
          </a:p>
          <a:p>
            <a:pPr marL="914400" lvl="1" indent="-457200">
              <a:lnSpc>
                <a:spcPct val="125000"/>
              </a:lnSpc>
              <a:buFont typeface="+mj-lt"/>
              <a:buAutoNum type="arabicPeriod"/>
            </a:pPr>
            <a:r>
              <a:rPr lang="en-US" sz="2400" dirty="0">
                <a:cs typeface="Calibri Light" panose="020F0302020204030204" pitchFamily="34" charset="0"/>
              </a:rPr>
              <a:t>Cost of living as proportion of income is higher </a:t>
            </a:r>
          </a:p>
          <a:p>
            <a:pPr marL="914400" lvl="1" indent="-457200">
              <a:lnSpc>
                <a:spcPct val="125000"/>
              </a:lnSpc>
              <a:buFont typeface="+mj-lt"/>
              <a:buAutoNum type="arabicPeriod"/>
            </a:pPr>
            <a:r>
              <a:rPr lang="en-US" sz="2400" dirty="0">
                <a:cs typeface="Calibri Light" panose="020F0302020204030204" pitchFamily="34" charset="0"/>
              </a:rPr>
              <a:t>Goods that use energy more expensive</a:t>
            </a:r>
          </a:p>
          <a:p>
            <a:pPr marL="914400" lvl="1" indent="-457200">
              <a:lnSpc>
                <a:spcPct val="125000"/>
              </a:lnSpc>
              <a:buFont typeface="+mj-lt"/>
              <a:buAutoNum type="arabicPeriod"/>
            </a:pPr>
            <a:r>
              <a:rPr lang="en-US" sz="2400" dirty="0">
                <a:cs typeface="Calibri Light" panose="020F0302020204030204" pitchFamily="34" charset="0"/>
              </a:rPr>
              <a:t>Abatement is capital intensive, affecting capital-labor share of production</a:t>
            </a:r>
          </a:p>
          <a:p>
            <a:pPr marL="914400" lvl="1" indent="-457200">
              <a:lnSpc>
                <a:spcPct val="125000"/>
              </a:lnSpc>
              <a:buFont typeface="+mj-lt"/>
              <a:buAutoNum type="arabicPeriod"/>
            </a:pPr>
            <a:endParaRPr lang="en-US" sz="2400" dirty="0">
              <a:cs typeface="Calibri Light" panose="020F030202020403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sz="2400" dirty="0">
                <a:cs typeface="Calibri Light" panose="020F0302020204030204" pitchFamily="34" charset="0"/>
              </a:rPr>
              <a:t>Really depends on how the revenue from market-based instruments is used.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7047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AA1842-E5B6-489C-9F84-8EE04621B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787" y="112518"/>
            <a:ext cx="3744425" cy="62830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799F1F-5407-479E-BDCF-9F0F0B8E4BAE}"/>
              </a:ext>
            </a:extLst>
          </p:cNvPr>
          <p:cNvSpPr txBox="1"/>
          <p:nvPr/>
        </p:nvSpPr>
        <p:spPr>
          <a:xfrm>
            <a:off x="7526216" y="6026204"/>
            <a:ext cx="4052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>
                <a:hlinkClick r:id="rId5"/>
              </a:rPr>
              <a:t>Borenstein</a:t>
            </a:r>
            <a:r>
              <a:rPr lang="en-US" dirty="0">
                <a:hlinkClick r:id="rId5"/>
              </a:rPr>
              <a:t>, Fowlie, Sallee (2021). 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58279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A3557F-96F0-8004-194F-1DA16D1BD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2406657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2">
                    <a:lumMod val="50000"/>
                  </a:schemeClr>
                </a:solidFill>
                <a:latin typeface="+mj-lt"/>
                <a:ea typeface="Cambria" panose="02040503050406030204" pitchFamily="18" charset="0"/>
              </a:rPr>
              <a:t>Part 2: Policies under Complete Elimination of GHGs</a:t>
            </a:r>
          </a:p>
        </p:txBody>
      </p:sp>
    </p:spTree>
    <p:extLst>
      <p:ext uri="{BB962C8B-B14F-4D97-AF65-F5344CB8AC3E}">
        <p14:creationId xmlns:p14="http://schemas.microsoft.com/office/powerpoint/2010/main" val="19612537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Complete Elimination of GHGs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4AE56C-5786-0829-C5FD-4BBF2274D6A7}"/>
              </a:ext>
            </a:extLst>
          </p:cNvPr>
          <p:cNvSpPr txBox="1"/>
          <p:nvPr/>
        </p:nvSpPr>
        <p:spPr>
          <a:xfrm>
            <a:off x="790762" y="2443118"/>
            <a:ext cx="10287546" cy="282814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At complete elimination of GHGs, or 100% renewables: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C&amp;T, intensity standard and clean electricity standards all have the same: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Electricity price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Electricity generation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Government revenues ($0)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Subsidies have lower electricity price and higher electricity generation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44037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Complete Elimination of GHGs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C3A28C-025D-F088-539A-944DCF2F5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38" y="1788135"/>
            <a:ext cx="11759323" cy="437820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51132A-45E6-463A-A30E-81FD51CA3EFF}"/>
              </a:ext>
            </a:extLst>
          </p:cNvPr>
          <p:cNvSpPr/>
          <p:nvPr/>
        </p:nvSpPr>
        <p:spPr>
          <a:xfrm>
            <a:off x="3782860" y="3253938"/>
            <a:ext cx="4446740" cy="15560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7834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Complete Elimination of GHGs</a:t>
            </a:r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Transition Path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505C18-E6B2-0D4B-A18E-AAE8640EAF9B}"/>
              </a:ext>
            </a:extLst>
          </p:cNvPr>
          <p:cNvSpPr txBox="1"/>
          <p:nvPr/>
        </p:nvSpPr>
        <p:spPr>
          <a:xfrm>
            <a:off x="790762" y="2357206"/>
            <a:ext cx="8918112" cy="275690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000" dirty="0"/>
              <a:t>We just saw that carbon pricing and intensity standards may be equally efficient at the point of complete elimination of GHGs. </a:t>
            </a:r>
          </a:p>
          <a:p>
            <a:pPr>
              <a:lnSpc>
                <a:spcPct val="125000"/>
              </a:lnSpc>
            </a:pPr>
            <a:endParaRPr lang="en-US" sz="2000" dirty="0"/>
          </a:p>
          <a:p>
            <a:pPr>
              <a:lnSpc>
                <a:spcPct val="125000"/>
              </a:lnSpc>
            </a:pPr>
            <a:r>
              <a:rPr lang="en-US" sz="2000" dirty="0"/>
              <a:t>But what about the level of emissions during transition?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Clean energy standard should have higher emissions during transition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Zero-emissions subsidy also has higher emissions, is costlier to the government, lower electricity price and higher consumption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1317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Baseline Conditions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2B264-1E8A-F468-5F34-084276D04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150" y="1850414"/>
            <a:ext cx="4219575" cy="4048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43FDF6-35CC-C26D-F3ED-F0224BA7E026}"/>
              </a:ext>
            </a:extLst>
          </p:cNvPr>
          <p:cNvSpPr txBox="1"/>
          <p:nvPr/>
        </p:nvSpPr>
        <p:spPr>
          <a:xfrm>
            <a:off x="2103013" y="2163318"/>
            <a:ext cx="1512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CO2e tons of emissions per MWH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28B62-9244-B2ED-807C-82D8018FB097}"/>
              </a:ext>
            </a:extLst>
          </p:cNvPr>
          <p:cNvSpPr txBox="1"/>
          <p:nvPr/>
        </p:nvSpPr>
        <p:spPr>
          <a:xfrm>
            <a:off x="8018585" y="5529207"/>
            <a:ext cx="281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Operating cost per MWH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4D3EC1-6935-452D-B436-057879CD26C1}"/>
              </a:ext>
            </a:extLst>
          </p:cNvPr>
          <p:cNvSpPr txBox="1"/>
          <p:nvPr/>
        </p:nvSpPr>
        <p:spPr>
          <a:xfrm>
            <a:off x="893612" y="4055832"/>
            <a:ext cx="2813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= total MWH generated by </a:t>
            </a:r>
            <a:r>
              <a:rPr lang="en-US" i="1" dirty="0"/>
              <a:t>fossil fuel </a:t>
            </a:r>
            <a:r>
              <a:rPr lang="en-US" dirty="0"/>
              <a:t>units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395620-4FD3-F56D-DF01-424A934F739C}"/>
              </a:ext>
            </a:extLst>
          </p:cNvPr>
          <p:cNvSpPr txBox="1"/>
          <p:nvPr/>
        </p:nvSpPr>
        <p:spPr>
          <a:xfrm>
            <a:off x="7118566" y="2301818"/>
            <a:ext cx="2813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Cost of zero-emissions tech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C2ABDA-BF18-E071-70CE-94CAC99FABFB}"/>
              </a:ext>
            </a:extLst>
          </p:cNvPr>
          <p:cNvSpPr txBox="1"/>
          <p:nvPr/>
        </p:nvSpPr>
        <p:spPr>
          <a:xfrm>
            <a:off x="8979511" y="3434657"/>
            <a:ext cx="2813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GHG generators priced-out by zero-emission sources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D584CE7-FBCB-EF8B-0B0A-1AAD4E81CFE3}"/>
              </a:ext>
            </a:extLst>
          </p:cNvPr>
          <p:cNvCxnSpPr>
            <a:cxnSpLocks/>
          </p:cNvCxnSpPr>
          <p:nvPr/>
        </p:nvCxnSpPr>
        <p:spPr>
          <a:xfrm flipV="1">
            <a:off x="2933427" y="3727938"/>
            <a:ext cx="2365404" cy="4896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827FAA-BF19-D3B7-7170-90504D3503CD}"/>
              </a:ext>
            </a:extLst>
          </p:cNvPr>
          <p:cNvCxnSpPr>
            <a:cxnSpLocks/>
          </p:cNvCxnSpPr>
          <p:nvPr/>
        </p:nvCxnSpPr>
        <p:spPr>
          <a:xfrm flipH="1">
            <a:off x="7118566" y="3727938"/>
            <a:ext cx="186094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414731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Baseline Conditions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2B264-1E8A-F468-5F34-084276D04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694" y="1856071"/>
            <a:ext cx="4219575" cy="4048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43FDF6-35CC-C26D-F3ED-F0224BA7E026}"/>
              </a:ext>
            </a:extLst>
          </p:cNvPr>
          <p:cNvSpPr txBox="1"/>
          <p:nvPr/>
        </p:nvSpPr>
        <p:spPr>
          <a:xfrm>
            <a:off x="319187" y="2028460"/>
            <a:ext cx="11012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CO2e tons of emissions per MWH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28B62-9244-B2ED-807C-82D8018FB097}"/>
              </a:ext>
            </a:extLst>
          </p:cNvPr>
          <p:cNvSpPr txBox="1"/>
          <p:nvPr/>
        </p:nvSpPr>
        <p:spPr>
          <a:xfrm>
            <a:off x="3282462" y="5904196"/>
            <a:ext cx="281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Operating cost per MWH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859F7C-EFE5-618B-A9E0-FEB26BC3C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776" y="1688339"/>
            <a:ext cx="5109484" cy="4579327"/>
          </a:xfrm>
          <a:prstGeom prst="rect">
            <a:avLst/>
          </a:prstGeom>
        </p:spPr>
      </p:pic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55A09A1F-929D-556C-EECD-B822AC71740F}"/>
              </a:ext>
            </a:extLst>
          </p:cNvPr>
          <p:cNvSpPr/>
          <p:nvPr/>
        </p:nvSpPr>
        <p:spPr>
          <a:xfrm>
            <a:off x="5316387" y="3610085"/>
            <a:ext cx="1298346" cy="679938"/>
          </a:xfrm>
          <a:prstGeom prst="left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36478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594DEE-17A4-E3EC-D9A7-2FC42A4FF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730" y="1917845"/>
            <a:ext cx="4485148" cy="39840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Tax vs. Clean Energy Standard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3FDF6-35CC-C26D-F3ED-F0224BA7E026}"/>
              </a:ext>
            </a:extLst>
          </p:cNvPr>
          <p:cNvSpPr txBox="1"/>
          <p:nvPr/>
        </p:nvSpPr>
        <p:spPr>
          <a:xfrm>
            <a:off x="2103013" y="2163318"/>
            <a:ext cx="1512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CO2e tons of emissions per MWH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28B62-9244-B2ED-807C-82D8018FB097}"/>
              </a:ext>
            </a:extLst>
          </p:cNvPr>
          <p:cNvSpPr txBox="1"/>
          <p:nvPr/>
        </p:nvSpPr>
        <p:spPr>
          <a:xfrm>
            <a:off x="8018585" y="5529207"/>
            <a:ext cx="281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Operating cost per MWH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4D3EC1-6935-452D-B436-057879CD26C1}"/>
              </a:ext>
            </a:extLst>
          </p:cNvPr>
          <p:cNvSpPr txBox="1"/>
          <p:nvPr/>
        </p:nvSpPr>
        <p:spPr>
          <a:xfrm>
            <a:off x="893612" y="4055832"/>
            <a:ext cx="2813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= total MWH generated by </a:t>
            </a:r>
            <a:r>
              <a:rPr lang="en-US" i="1" dirty="0"/>
              <a:t>fossil fuel </a:t>
            </a:r>
            <a:r>
              <a:rPr lang="en-US" dirty="0"/>
              <a:t>units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395620-4FD3-F56D-DF01-424A934F739C}"/>
              </a:ext>
            </a:extLst>
          </p:cNvPr>
          <p:cNvSpPr txBox="1"/>
          <p:nvPr/>
        </p:nvSpPr>
        <p:spPr>
          <a:xfrm>
            <a:off x="8302105" y="2301818"/>
            <a:ext cx="281353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 tax t or CES equivalent to 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Tax: generators with cost </a:t>
            </a:r>
            <a:r>
              <a:rPr lang="en-US" sz="2400" dirty="0" err="1"/>
              <a:t>te</a:t>
            </a:r>
            <a:r>
              <a:rPr lang="en-US" sz="2400" dirty="0"/>
              <a:t> + c &gt; R priced out (A)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CES: Generators with costs t + c &gt; R are priced out (B)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D6D2CD0-BFC8-F4EE-166D-77ED8EE15637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3086648"/>
            <a:ext cx="2206105" cy="1421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6D246F-BAED-E933-E7E1-4F6090661C92}"/>
              </a:ext>
            </a:extLst>
          </p:cNvPr>
          <p:cNvCxnSpPr>
            <a:cxnSpLocks/>
          </p:cNvCxnSpPr>
          <p:nvPr/>
        </p:nvCxnSpPr>
        <p:spPr>
          <a:xfrm flipH="1">
            <a:off x="6447692" y="4314092"/>
            <a:ext cx="1854413" cy="3165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2169422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594DEE-17A4-E3EC-D9A7-2FC42A4FF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730" y="1917845"/>
            <a:ext cx="4485148" cy="39840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Tax vs. Clean Energy Standard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3FDF6-35CC-C26D-F3ED-F0224BA7E026}"/>
              </a:ext>
            </a:extLst>
          </p:cNvPr>
          <p:cNvSpPr txBox="1"/>
          <p:nvPr/>
        </p:nvSpPr>
        <p:spPr>
          <a:xfrm>
            <a:off x="2103013" y="2163318"/>
            <a:ext cx="1512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CO2e tons of emissions per MWH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28B62-9244-B2ED-807C-82D8018FB097}"/>
              </a:ext>
            </a:extLst>
          </p:cNvPr>
          <p:cNvSpPr txBox="1"/>
          <p:nvPr/>
        </p:nvSpPr>
        <p:spPr>
          <a:xfrm>
            <a:off x="8018585" y="5529207"/>
            <a:ext cx="281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Operating cost per MWH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4D3EC1-6935-452D-B436-057879CD26C1}"/>
              </a:ext>
            </a:extLst>
          </p:cNvPr>
          <p:cNvSpPr txBox="1"/>
          <p:nvPr/>
        </p:nvSpPr>
        <p:spPr>
          <a:xfrm>
            <a:off x="893612" y="4055832"/>
            <a:ext cx="2813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= total MWH generated by </a:t>
            </a:r>
            <a:r>
              <a:rPr lang="en-US" i="1" dirty="0"/>
              <a:t>fossil fuel </a:t>
            </a:r>
            <a:r>
              <a:rPr lang="en-US" dirty="0"/>
              <a:t>units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395620-4FD3-F56D-DF01-424A934F739C}"/>
              </a:ext>
            </a:extLst>
          </p:cNvPr>
          <p:cNvSpPr txBox="1"/>
          <p:nvPr/>
        </p:nvSpPr>
        <p:spPr>
          <a:xfrm>
            <a:off x="8911722" y="1720840"/>
            <a:ext cx="28135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A: Highest emission but lower cost generators are priced out</a:t>
            </a:r>
          </a:p>
          <a:p>
            <a:endParaRPr lang="en-US" sz="2400" dirty="0"/>
          </a:p>
          <a:p>
            <a:r>
              <a:rPr lang="en-US" sz="2400" dirty="0"/>
              <a:t>B: Higher cost but lower emissions generators priced out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EEC28D-854E-811A-2A9C-EED899D012F2}"/>
              </a:ext>
            </a:extLst>
          </p:cNvPr>
          <p:cNvCxnSpPr>
            <a:cxnSpLocks/>
          </p:cNvCxnSpPr>
          <p:nvPr/>
        </p:nvCxnSpPr>
        <p:spPr>
          <a:xfrm flipH="1">
            <a:off x="6096000" y="2719754"/>
            <a:ext cx="2815722" cy="7092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0A8625-FEBA-49DC-8E40-43EBD215A2B3}"/>
              </a:ext>
            </a:extLst>
          </p:cNvPr>
          <p:cNvCxnSpPr>
            <a:cxnSpLocks/>
          </p:cNvCxnSpPr>
          <p:nvPr/>
        </p:nvCxnSpPr>
        <p:spPr>
          <a:xfrm flipH="1">
            <a:off x="6330462" y="3821723"/>
            <a:ext cx="2581260" cy="6213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6087134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8159C1-09F7-D900-EE26-9F5B34CBD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180" y="1705639"/>
            <a:ext cx="5089281" cy="46457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Tax vs. Clean Energy Standard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3FDF6-35CC-C26D-F3ED-F0224BA7E026}"/>
              </a:ext>
            </a:extLst>
          </p:cNvPr>
          <p:cNvSpPr txBox="1"/>
          <p:nvPr/>
        </p:nvSpPr>
        <p:spPr>
          <a:xfrm>
            <a:off x="2103013" y="2163318"/>
            <a:ext cx="1512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CO2e tons of emissions per MWH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28B62-9244-B2ED-807C-82D8018FB097}"/>
              </a:ext>
            </a:extLst>
          </p:cNvPr>
          <p:cNvSpPr txBox="1"/>
          <p:nvPr/>
        </p:nvSpPr>
        <p:spPr>
          <a:xfrm>
            <a:off x="8018585" y="5529207"/>
            <a:ext cx="281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Operating cost per MWH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395620-4FD3-F56D-DF01-424A934F739C}"/>
              </a:ext>
            </a:extLst>
          </p:cNvPr>
          <p:cNvSpPr txBox="1"/>
          <p:nvPr/>
        </p:nvSpPr>
        <p:spPr>
          <a:xfrm>
            <a:off x="8911722" y="2967335"/>
            <a:ext cx="28135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With strictest policies, less difference between tax and CES. 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40293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Tax vs. Clean Energy Standard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FBCE62-50D0-F733-1D41-6036C7EEF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1982" y="2309445"/>
            <a:ext cx="8813278" cy="38378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B6A777-561F-C87C-D85F-38E4042654E6}"/>
              </a:ext>
            </a:extLst>
          </p:cNvPr>
          <p:cNvSpPr txBox="1"/>
          <p:nvPr/>
        </p:nvSpPr>
        <p:spPr>
          <a:xfrm>
            <a:off x="466740" y="2889536"/>
            <a:ext cx="2355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With lower gas prices, fairly minimal difference between CES and carbon tax.  Why?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21227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535470-C4B6-6BA4-F968-48FD3BBC9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279" y="1702410"/>
            <a:ext cx="5226014" cy="44522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8AE995-3761-4E8E-B676-D7F73B916651}"/>
              </a:ext>
            </a:extLst>
          </p:cNvPr>
          <p:cNvSpPr txBox="1"/>
          <p:nvPr/>
        </p:nvSpPr>
        <p:spPr>
          <a:xfrm>
            <a:off x="466740" y="2166960"/>
            <a:ext cx="10506060" cy="10618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>
                <a:solidFill>
                  <a:srgbClr val="0070C0"/>
                </a:solidFill>
                <a:latin typeface="+mj-lt"/>
              </a:rPr>
              <a:t>Tax vs. Clean Energy Standard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3FDF6-35CC-C26D-F3ED-F0224BA7E026}"/>
              </a:ext>
            </a:extLst>
          </p:cNvPr>
          <p:cNvSpPr txBox="1"/>
          <p:nvPr/>
        </p:nvSpPr>
        <p:spPr>
          <a:xfrm>
            <a:off x="2103013" y="2163318"/>
            <a:ext cx="1512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CO2e tons of emissions per MWH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28B62-9244-B2ED-807C-82D8018FB097}"/>
              </a:ext>
            </a:extLst>
          </p:cNvPr>
          <p:cNvSpPr txBox="1"/>
          <p:nvPr/>
        </p:nvSpPr>
        <p:spPr>
          <a:xfrm>
            <a:off x="8018585" y="5529207"/>
            <a:ext cx="281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Operating cost per MWH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395620-4FD3-F56D-DF01-424A934F739C}"/>
              </a:ext>
            </a:extLst>
          </p:cNvPr>
          <p:cNvSpPr txBox="1"/>
          <p:nvPr/>
        </p:nvSpPr>
        <p:spPr>
          <a:xfrm>
            <a:off x="466740" y="3409502"/>
            <a:ext cx="28135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With positive correlation between c and e, less difference between policies.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D8ECAE-265F-0A54-C635-1614E1EDD72C}"/>
              </a:ext>
            </a:extLst>
          </p:cNvPr>
          <p:cNvSpPr txBox="1"/>
          <p:nvPr/>
        </p:nvSpPr>
        <p:spPr>
          <a:xfrm>
            <a:off x="8969058" y="2620898"/>
            <a:ext cx="28135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Both policies push high emissions units out of the market before low emissions units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18257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D12B789B-9CAD-450D-9ED4-AC8DA46BD4CB}"/>
              </a:ext>
            </a:extLst>
          </p:cNvPr>
          <p:cNvSpPr txBox="1">
            <a:spLocks/>
          </p:cNvSpPr>
          <p:nvPr/>
        </p:nvSpPr>
        <p:spPr>
          <a:xfrm>
            <a:off x="2483126" y="-298341"/>
            <a:ext cx="7225748" cy="1773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000" dirty="0" err="1">
                <a:solidFill>
                  <a:srgbClr val="0070C0"/>
                </a:solidFill>
                <a:latin typeface="+mj-lt"/>
              </a:rPr>
              <a:t>Borenstein</a:t>
            </a:r>
            <a:r>
              <a:rPr lang="en-US" sz="4000" dirty="0">
                <a:solidFill>
                  <a:srgbClr val="0070C0"/>
                </a:solidFill>
                <a:latin typeface="+mj-lt"/>
              </a:rPr>
              <a:t> and Kellogg (2022)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41FEBD-4A20-821F-63C8-737F44B18F08}"/>
              </a:ext>
            </a:extLst>
          </p:cNvPr>
          <p:cNvSpPr txBox="1"/>
          <p:nvPr/>
        </p:nvSpPr>
        <p:spPr>
          <a:xfrm>
            <a:off x="790762" y="2040683"/>
            <a:ext cx="8918112" cy="375147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Conclusions: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With carbon equivalent at zero emissions, tax, cap and trade, and intensity standards have the same efficiency implications.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Relatively low excess emissions of clean energy standard at current gas prices, and yet lower prices.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Lower prices could be efficiency enhancing with high mark-ups.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What about equity?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53308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B513DB1-4502-409F-937E-1F652A2AED9E}"/>
              </a:ext>
            </a:extLst>
          </p:cNvPr>
          <p:cNvSpPr txBox="1">
            <a:spLocks/>
          </p:cNvSpPr>
          <p:nvPr/>
        </p:nvSpPr>
        <p:spPr>
          <a:xfrm>
            <a:off x="371061" y="-269435"/>
            <a:ext cx="11449878" cy="16321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4800" dirty="0">
                <a:solidFill>
                  <a:srgbClr val="0070C0"/>
                </a:solidFill>
                <a:latin typeface="+mj-lt"/>
              </a:rPr>
              <a:t>Next class</a:t>
            </a:r>
          </a:p>
          <a:p>
            <a:pPr algn="ctr"/>
            <a:endParaRPr lang="en-US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F8D491-E9D6-4622-95D9-A31A202ACC5D}"/>
              </a:ext>
            </a:extLst>
          </p:cNvPr>
          <p:cNvSpPr txBox="1"/>
          <p:nvPr/>
        </p:nvSpPr>
        <p:spPr>
          <a:xfrm>
            <a:off x="779718" y="1634121"/>
            <a:ext cx="8351756" cy="37856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endParaRPr lang="en-US" sz="2400" dirty="0">
              <a:cs typeface="Calibri Light" panose="020F0302020204030204" pitchFamily="34" charset="0"/>
            </a:endParaRPr>
          </a:p>
          <a:p>
            <a:r>
              <a:rPr lang="en-US" sz="2400" dirty="0">
                <a:cs typeface="Calibri Light" panose="020F0302020204030204" pitchFamily="34" charset="0"/>
              </a:rPr>
              <a:t>Have a nice Thanksgiving. Our next class is one week from today, Monday, November 28</a:t>
            </a:r>
            <a:r>
              <a:rPr lang="en-US" sz="2400" baseline="30000" dirty="0">
                <a:cs typeface="Calibri Light" panose="020F0302020204030204" pitchFamily="34" charset="0"/>
              </a:rPr>
              <a:t>th</a:t>
            </a:r>
            <a:r>
              <a:rPr lang="en-US" sz="2400" dirty="0">
                <a:cs typeface="Calibri Light" panose="020F0302020204030204" pitchFamily="34" charset="0"/>
              </a:rPr>
              <a:t>.</a:t>
            </a:r>
          </a:p>
          <a:p>
            <a:pPr lvl="1"/>
            <a:endParaRPr lang="en-US" sz="2400" dirty="0">
              <a:cs typeface="Calibri Light" panose="020F0302020204030204" pitchFamily="34" charset="0"/>
            </a:endParaRPr>
          </a:p>
          <a:p>
            <a:r>
              <a:rPr lang="en-US" sz="2400" dirty="0">
                <a:cs typeface="Calibri Light" panose="020F0302020204030204" pitchFamily="34" charset="0"/>
              </a:rPr>
              <a:t>Your assigned materials for this lecture are two recent videos in the Resources for the Future seminar series.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pt-BR" sz="2400" dirty="0">
                <a:cs typeface="Calibri Light" panose="020F0302020204030204" pitchFamily="34" charset="0"/>
                <a:hlinkClick r:id="rId4"/>
              </a:rPr>
              <a:t>WV vs. EPA Video </a:t>
            </a:r>
            <a:endParaRPr lang="pt-BR" sz="2400" dirty="0">
              <a:cs typeface="Calibri Light" panose="020F0302020204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pt-BR" sz="2400" dirty="0">
                <a:cs typeface="Calibri Light" panose="020F0302020204030204" pitchFamily="34" charset="0"/>
                <a:hlinkClick r:id="rId5"/>
              </a:rPr>
              <a:t>IRA Video</a:t>
            </a:r>
            <a:endParaRPr lang="pt-BR" sz="2400" dirty="0">
              <a:cs typeface="Calibri Light" panose="020F0302020204030204" pitchFamily="34" charset="0"/>
            </a:endParaRPr>
          </a:p>
          <a:p>
            <a:endParaRPr lang="en-US" sz="2400" dirty="0">
              <a:cs typeface="Calibri Light" panose="020F0302020204030204" pitchFamily="34" charset="0"/>
            </a:endParaRPr>
          </a:p>
          <a:p>
            <a:pPr lvl="1"/>
            <a:endParaRPr lang="en-US" sz="2400" dirty="0">
              <a:cs typeface="Calibri Light" panose="020F03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35089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1.1|0.3|0.6|0.1|0.1|0.1|0.5|0.9|3.3"/>
</p:tagLst>
</file>

<file path=ppt/theme/theme1.xml><?xml version="1.0" encoding="utf-8"?>
<a:theme xmlns:a="http://schemas.openxmlformats.org/drawingml/2006/main" name="Presentation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UC_Real Theme Updated 2018" id="{E13B41A0-8B66-4609-AF70-58520B831F02}" vid="{3ED8087A-4891-4EE5-A68C-328DF07D5C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UIUC_Real Theme Updated 2018</Template>
  <TotalTime>36185</TotalTime>
  <Words>1732</Words>
  <Application>Microsoft Office PowerPoint</Application>
  <PresentationFormat>Widescreen</PresentationFormat>
  <Paragraphs>259</Paragraphs>
  <Slides>42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Times New Roman</vt:lpstr>
      <vt:lpstr>Wingdings</vt:lpstr>
      <vt:lpstr>Presentation</vt:lpstr>
      <vt:lpstr>PowerPoint Presentation</vt:lpstr>
      <vt:lpstr>Part 1: Market-Based Instruments in Practice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2: Policies under Complete Elimination of GHGs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</dc:title>
  <dc:creator>parthum2@illinois.edu</dc:creator>
  <cp:lastModifiedBy>Wes Austin</cp:lastModifiedBy>
  <cp:revision>881</cp:revision>
  <dcterms:created xsi:type="dcterms:W3CDTF">2018-08-24T16:58:07Z</dcterms:created>
  <dcterms:modified xsi:type="dcterms:W3CDTF">2023-02-18T01:54:58Z</dcterms:modified>
</cp:coreProperties>
</file>