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75" r:id="rId6"/>
    <p:sldId id="291" r:id="rId7"/>
    <p:sldId id="295" r:id="rId8"/>
    <p:sldId id="296" r:id="rId9"/>
    <p:sldId id="294" r:id="rId10"/>
    <p:sldId id="292" r:id="rId11"/>
    <p:sldId id="293" r:id="rId12"/>
    <p:sldId id="314" r:id="rId13"/>
    <p:sldId id="303" r:id="rId14"/>
    <p:sldId id="309" r:id="rId15"/>
    <p:sldId id="304" r:id="rId16"/>
    <p:sldId id="305" r:id="rId17"/>
    <p:sldId id="306" r:id="rId18"/>
    <p:sldId id="307" r:id="rId19"/>
    <p:sldId id="308" r:id="rId20"/>
    <p:sldId id="301" r:id="rId21"/>
    <p:sldId id="298" r:id="rId22"/>
    <p:sldId id="299" r:id="rId23"/>
    <p:sldId id="302" r:id="rId24"/>
    <p:sldId id="313" r:id="rId25"/>
    <p:sldId id="315" r:id="rId26"/>
    <p:sldId id="316" r:id="rId27"/>
    <p:sldId id="312" r:id="rId28"/>
    <p:sldId id="317" r:id="rId29"/>
    <p:sldId id="318" r:id="rId30"/>
    <p:sldId id="31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A14F0F-FE8D-4BFE-A478-C25F3FD077CB}" v="166" dt="2024-04-29T04:17:08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91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thum, Bryan" userId="0944d42a-0297-47b7-847f-b5cd4d2f087f" providerId="ADAL" clId="{92A14F0F-FE8D-4BFE-A478-C25F3FD077CB}"/>
    <pc:docChg chg="undo redo custSel addSld delSld modSld sldOrd">
      <pc:chgData name="Parthum, Bryan" userId="0944d42a-0297-47b7-847f-b5cd4d2f087f" providerId="ADAL" clId="{92A14F0F-FE8D-4BFE-A478-C25F3FD077CB}" dt="2024-04-29T04:18:45.833" v="5390" actId="207"/>
      <pc:docMkLst>
        <pc:docMk/>
      </pc:docMkLst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3362640826" sldId="256"/>
        </pc:sldMkLst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4237476328" sldId="257"/>
        </pc:sldMkLst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3445510872" sldId="258"/>
        </pc:sldMkLst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2745131060" sldId="259"/>
        </pc:sldMkLst>
      </pc:sldChg>
      <pc:sldChg chg="delSp modSp mod">
        <pc:chgData name="Parthum, Bryan" userId="0944d42a-0297-47b7-847f-b5cd4d2f087f" providerId="ADAL" clId="{92A14F0F-FE8D-4BFE-A478-C25F3FD077CB}" dt="2024-04-24T21:17:39.803" v="487" actId="207"/>
        <pc:sldMkLst>
          <pc:docMk/>
          <pc:sldMk cId="807303005" sldId="275"/>
        </pc:sldMkLst>
        <pc:spChg chg="mod">
          <ac:chgData name="Parthum, Bryan" userId="0944d42a-0297-47b7-847f-b5cd4d2f087f" providerId="ADAL" clId="{92A14F0F-FE8D-4BFE-A478-C25F3FD077CB}" dt="2024-04-24T21:17:39.803" v="487" actId="207"/>
          <ac:spMkLst>
            <pc:docMk/>
            <pc:sldMk cId="807303005" sldId="275"/>
            <ac:spMk id="2" creationId="{53899609-DF73-44C8-BB1F-D0D2FCE05F5B}"/>
          </ac:spMkLst>
        </pc:spChg>
        <pc:spChg chg="del">
          <ac:chgData name="Parthum, Bryan" userId="0944d42a-0297-47b7-847f-b5cd4d2f087f" providerId="ADAL" clId="{92A14F0F-FE8D-4BFE-A478-C25F3FD077CB}" dt="2024-04-24T21:07:07.196" v="4" actId="478"/>
          <ac:spMkLst>
            <pc:docMk/>
            <pc:sldMk cId="807303005" sldId="275"/>
            <ac:spMk id="3" creationId="{DB96DCCF-3353-AD38-3A2F-66547F5E3573}"/>
          </ac:spMkLst>
        </pc:spChg>
        <pc:spChg chg="mod">
          <ac:chgData name="Parthum, Bryan" userId="0944d42a-0297-47b7-847f-b5cd4d2f087f" providerId="ADAL" clId="{92A14F0F-FE8D-4BFE-A478-C25F3FD077CB}" dt="2024-04-24T21:17:39.803" v="487" actId="207"/>
          <ac:spMkLst>
            <pc:docMk/>
            <pc:sldMk cId="807303005" sldId="275"/>
            <ac:spMk id="4" creationId="{A284A1FB-898D-C400-F6F5-85B7FEBFFCCF}"/>
          </ac:spMkLst>
        </pc:spChg>
        <pc:spChg chg="mod">
          <ac:chgData name="Parthum, Bryan" userId="0944d42a-0297-47b7-847f-b5cd4d2f087f" providerId="ADAL" clId="{92A14F0F-FE8D-4BFE-A478-C25F3FD077CB}" dt="2024-04-24T21:17:39.803" v="487" actId="207"/>
          <ac:spMkLst>
            <pc:docMk/>
            <pc:sldMk cId="807303005" sldId="275"/>
            <ac:spMk id="7" creationId="{98F6729F-ED79-8E3C-7BBD-D3853982F2D0}"/>
          </ac:spMkLst>
        </pc:spChg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2407598765" sldId="279"/>
        </pc:sldMkLst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2391445810" sldId="283"/>
        </pc:sldMkLst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3001302386" sldId="284"/>
        </pc:sldMkLst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3120321245" sldId="285"/>
        </pc:sldMkLst>
      </pc:sldChg>
      <pc:sldChg chg="delSp del mod">
        <pc:chgData name="Parthum, Bryan" userId="0944d42a-0297-47b7-847f-b5cd4d2f087f" providerId="ADAL" clId="{92A14F0F-FE8D-4BFE-A478-C25F3FD077CB}" dt="2024-04-24T21:09:21.783" v="37" actId="2696"/>
        <pc:sldMkLst>
          <pc:docMk/>
          <pc:sldMk cId="4173521664" sldId="286"/>
        </pc:sldMkLst>
        <pc:spChg chg="del">
          <ac:chgData name="Parthum, Bryan" userId="0944d42a-0297-47b7-847f-b5cd4d2f087f" providerId="ADAL" clId="{92A14F0F-FE8D-4BFE-A478-C25F3FD077CB}" dt="2024-04-24T21:08:00.386" v="34" actId="478"/>
          <ac:spMkLst>
            <pc:docMk/>
            <pc:sldMk cId="4173521664" sldId="286"/>
            <ac:spMk id="10" creationId="{65B6B670-F976-5C52-D949-69B7BC924AF0}"/>
          </ac:spMkLst>
        </pc:spChg>
        <pc:picChg chg="del">
          <ac:chgData name="Parthum, Bryan" userId="0944d42a-0297-47b7-847f-b5cd4d2f087f" providerId="ADAL" clId="{92A14F0F-FE8D-4BFE-A478-C25F3FD077CB}" dt="2024-04-24T21:07:58.426" v="33" actId="478"/>
          <ac:picMkLst>
            <pc:docMk/>
            <pc:sldMk cId="4173521664" sldId="286"/>
            <ac:picMk id="8" creationId="{9292C470-D7CF-DC9D-8E93-99247F3CDE02}"/>
          </ac:picMkLst>
        </pc:picChg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1294744407" sldId="287"/>
        </pc:sldMkLst>
      </pc:sldChg>
      <pc:sldChg chg="del">
        <pc:chgData name="Parthum, Bryan" userId="0944d42a-0297-47b7-847f-b5cd4d2f087f" providerId="ADAL" clId="{92A14F0F-FE8D-4BFE-A478-C25F3FD077CB}" dt="2024-04-24T21:09:21.783" v="37" actId="2696"/>
        <pc:sldMkLst>
          <pc:docMk/>
          <pc:sldMk cId="476245737" sldId="288"/>
        </pc:sldMkLst>
      </pc:sldChg>
      <pc:sldChg chg="del">
        <pc:chgData name="Parthum, Bryan" userId="0944d42a-0297-47b7-847f-b5cd4d2f087f" providerId="ADAL" clId="{92A14F0F-FE8D-4BFE-A478-C25F3FD077CB}" dt="2024-04-24T21:09:21.783" v="37" actId="2696"/>
        <pc:sldMkLst>
          <pc:docMk/>
          <pc:sldMk cId="494717527" sldId="289"/>
        </pc:sldMkLst>
      </pc:sldChg>
      <pc:sldChg chg="addSp delSp modSp del mod">
        <pc:chgData name="Parthum, Bryan" userId="0944d42a-0297-47b7-847f-b5cd4d2f087f" providerId="ADAL" clId="{92A14F0F-FE8D-4BFE-A478-C25F3FD077CB}" dt="2024-04-24T21:17:33.646" v="486" actId="2696"/>
        <pc:sldMkLst>
          <pc:docMk/>
          <pc:sldMk cId="4087383778" sldId="290"/>
        </pc:sldMkLst>
        <pc:spChg chg="add del mod">
          <ac:chgData name="Parthum, Bryan" userId="0944d42a-0297-47b7-847f-b5cd4d2f087f" providerId="ADAL" clId="{92A14F0F-FE8D-4BFE-A478-C25F3FD077CB}" dt="2024-04-24T21:15:19.821" v="378" actId="478"/>
          <ac:spMkLst>
            <pc:docMk/>
            <pc:sldMk cId="4087383778" sldId="290"/>
            <ac:spMk id="2" creationId="{84A1889B-CB9B-3BB6-4D69-1B3DE536108B}"/>
          </ac:spMkLst>
        </pc:spChg>
        <pc:spChg chg="mod">
          <ac:chgData name="Parthum, Bryan" userId="0944d42a-0297-47b7-847f-b5cd4d2f087f" providerId="ADAL" clId="{92A14F0F-FE8D-4BFE-A478-C25F3FD077CB}" dt="2024-04-24T21:13:58.979" v="374" actId="12"/>
          <ac:spMkLst>
            <pc:docMk/>
            <pc:sldMk cId="4087383778" sldId="290"/>
            <ac:spMk id="4" creationId="{F42C0A2A-932D-2C13-D994-A2E98317F2EA}"/>
          </ac:spMkLst>
        </pc:spChg>
        <pc:spChg chg="mod">
          <ac:chgData name="Parthum, Bryan" userId="0944d42a-0297-47b7-847f-b5cd4d2f087f" providerId="ADAL" clId="{92A14F0F-FE8D-4BFE-A478-C25F3FD077CB}" dt="2024-04-24T21:14:21.842" v="376" actId="1076"/>
          <ac:spMkLst>
            <pc:docMk/>
            <pc:sldMk cId="4087383778" sldId="290"/>
            <ac:spMk id="6" creationId="{15C99120-8C9F-5287-FD25-715ABA698F4C}"/>
          </ac:spMkLst>
        </pc:spChg>
      </pc:sldChg>
      <pc:sldChg chg="addSp modSp new mod setBg">
        <pc:chgData name="Parthum, Bryan" userId="0944d42a-0297-47b7-847f-b5cd4d2f087f" providerId="ADAL" clId="{92A14F0F-FE8D-4BFE-A478-C25F3FD077CB}" dt="2024-04-27T00:56:26.814" v="1174" actId="207"/>
        <pc:sldMkLst>
          <pc:docMk/>
          <pc:sldMk cId="1297193059" sldId="291"/>
        </pc:sldMkLst>
        <pc:spChg chg="mod">
          <ac:chgData name="Parthum, Bryan" userId="0944d42a-0297-47b7-847f-b5cd4d2f087f" providerId="ADAL" clId="{92A14F0F-FE8D-4BFE-A478-C25F3FD077CB}" dt="2024-04-27T00:47:24.509" v="1098" actId="26606"/>
          <ac:spMkLst>
            <pc:docMk/>
            <pc:sldMk cId="1297193059" sldId="291"/>
            <ac:spMk id="2" creationId="{F412339D-4453-56D7-0149-F84D066C62D7}"/>
          </ac:spMkLst>
        </pc:spChg>
        <pc:spChg chg="mod">
          <ac:chgData name="Parthum, Bryan" userId="0944d42a-0297-47b7-847f-b5cd4d2f087f" providerId="ADAL" clId="{92A14F0F-FE8D-4BFE-A478-C25F3FD077CB}" dt="2024-04-27T00:56:26.814" v="1174" actId="207"/>
          <ac:spMkLst>
            <pc:docMk/>
            <pc:sldMk cId="1297193059" sldId="291"/>
            <ac:spMk id="3" creationId="{63AF6A60-8E4E-855B-0BFE-997BF706959D}"/>
          </ac:spMkLst>
        </pc:spChg>
        <pc:spChg chg="add">
          <ac:chgData name="Parthum, Bryan" userId="0944d42a-0297-47b7-847f-b5cd4d2f087f" providerId="ADAL" clId="{92A14F0F-FE8D-4BFE-A478-C25F3FD077CB}" dt="2024-04-27T00:47:24.509" v="1098" actId="26606"/>
          <ac:spMkLst>
            <pc:docMk/>
            <pc:sldMk cId="1297193059" sldId="291"/>
            <ac:spMk id="16" creationId="{A3C210E6-A35A-4F68-8D60-801A019C75B8}"/>
          </ac:spMkLst>
        </pc:spChg>
        <pc:spChg chg="add">
          <ac:chgData name="Parthum, Bryan" userId="0944d42a-0297-47b7-847f-b5cd4d2f087f" providerId="ADAL" clId="{92A14F0F-FE8D-4BFE-A478-C25F3FD077CB}" dt="2024-04-27T00:47:24.509" v="1098" actId="26606"/>
          <ac:spMkLst>
            <pc:docMk/>
            <pc:sldMk cId="1297193059" sldId="291"/>
            <ac:spMk id="18" creationId="{AC0D06B0-F19C-459E-B221-A34B506FB5E3}"/>
          </ac:spMkLst>
        </pc:spChg>
        <pc:spChg chg="add">
          <ac:chgData name="Parthum, Bryan" userId="0944d42a-0297-47b7-847f-b5cd4d2f087f" providerId="ADAL" clId="{92A14F0F-FE8D-4BFE-A478-C25F3FD077CB}" dt="2024-04-27T00:47:24.509" v="1098" actId="26606"/>
          <ac:spMkLst>
            <pc:docMk/>
            <pc:sldMk cId="1297193059" sldId="291"/>
            <ac:spMk id="20" creationId="{345B26DA-1C6B-4C66-81C9-9C1877FC2DB1}"/>
          </ac:spMkLst>
        </pc:spChg>
        <pc:spChg chg="add">
          <ac:chgData name="Parthum, Bryan" userId="0944d42a-0297-47b7-847f-b5cd4d2f087f" providerId="ADAL" clId="{92A14F0F-FE8D-4BFE-A478-C25F3FD077CB}" dt="2024-04-27T00:47:24.509" v="1098" actId="26606"/>
          <ac:spMkLst>
            <pc:docMk/>
            <pc:sldMk cId="1297193059" sldId="291"/>
            <ac:spMk id="22" creationId="{98DE6C44-43F8-4DE4-AB81-66853FFEA09A}"/>
          </ac:spMkLst>
        </pc:spChg>
        <pc:spChg chg="add">
          <ac:chgData name="Parthum, Bryan" userId="0944d42a-0297-47b7-847f-b5cd4d2f087f" providerId="ADAL" clId="{92A14F0F-FE8D-4BFE-A478-C25F3FD077CB}" dt="2024-04-27T00:47:24.509" v="1098" actId="26606"/>
          <ac:spMkLst>
            <pc:docMk/>
            <pc:sldMk cId="1297193059" sldId="291"/>
            <ac:spMk id="24" creationId="{2409529B-9B56-4F10-BE4D-F934DB89E57E}"/>
          </ac:spMkLst>
        </pc:spChg>
        <pc:picChg chg="add mod ord">
          <ac:chgData name="Parthum, Bryan" userId="0944d42a-0297-47b7-847f-b5cd4d2f087f" providerId="ADAL" clId="{92A14F0F-FE8D-4BFE-A478-C25F3FD077CB}" dt="2024-04-27T00:47:24.509" v="1098" actId="26606"/>
          <ac:picMkLst>
            <pc:docMk/>
            <pc:sldMk cId="1297193059" sldId="291"/>
            <ac:picMk id="5" creationId="{F7C3F092-5052-0397-5502-5F2ED73442C0}"/>
          </ac:picMkLst>
        </pc:picChg>
        <pc:picChg chg="add mod ord modCrop">
          <ac:chgData name="Parthum, Bryan" userId="0944d42a-0297-47b7-847f-b5cd4d2f087f" providerId="ADAL" clId="{92A14F0F-FE8D-4BFE-A478-C25F3FD077CB}" dt="2024-04-27T00:55:41.230" v="1169" actId="1076"/>
          <ac:picMkLst>
            <pc:docMk/>
            <pc:sldMk cId="1297193059" sldId="291"/>
            <ac:picMk id="7" creationId="{2F736437-3290-E379-A75C-DD09F9F3BC45}"/>
          </ac:picMkLst>
        </pc:picChg>
        <pc:picChg chg="add mod ord">
          <ac:chgData name="Parthum, Bryan" userId="0944d42a-0297-47b7-847f-b5cd4d2f087f" providerId="ADAL" clId="{92A14F0F-FE8D-4BFE-A478-C25F3FD077CB}" dt="2024-04-27T00:47:24.509" v="1098" actId="26606"/>
          <ac:picMkLst>
            <pc:docMk/>
            <pc:sldMk cId="1297193059" sldId="291"/>
            <ac:picMk id="9" creationId="{71C1AFE4-F108-9F8B-BE7A-9A7859734C54}"/>
          </ac:picMkLst>
        </pc:picChg>
        <pc:picChg chg="add mod modCrop">
          <ac:chgData name="Parthum, Bryan" userId="0944d42a-0297-47b7-847f-b5cd4d2f087f" providerId="ADAL" clId="{92A14F0F-FE8D-4BFE-A478-C25F3FD077CB}" dt="2024-04-27T00:55:56.842" v="1172" actId="18131"/>
          <ac:picMkLst>
            <pc:docMk/>
            <pc:sldMk cId="1297193059" sldId="291"/>
            <ac:picMk id="11" creationId="{2265CAEF-5AE5-9084-884F-D934EA33EE22}"/>
          </ac:picMkLst>
        </pc:picChg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2186020222" sldId="291"/>
        </pc:sldMkLst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578538191" sldId="292"/>
        </pc:sldMkLst>
      </pc:sldChg>
      <pc:sldChg chg="addSp delSp modSp add mod">
        <pc:chgData name="Parthum, Bryan" userId="0944d42a-0297-47b7-847f-b5cd4d2f087f" providerId="ADAL" clId="{92A14F0F-FE8D-4BFE-A478-C25F3FD077CB}" dt="2024-04-27T15:20:50.276" v="2548"/>
        <pc:sldMkLst>
          <pc:docMk/>
          <pc:sldMk cId="1174923096" sldId="292"/>
        </pc:sldMkLst>
        <pc:spChg chg="mod">
          <ac:chgData name="Parthum, Bryan" userId="0944d42a-0297-47b7-847f-b5cd4d2f087f" providerId="ADAL" clId="{92A14F0F-FE8D-4BFE-A478-C25F3FD077CB}" dt="2024-04-25T02:47:11.153" v="618" actId="207"/>
          <ac:spMkLst>
            <pc:docMk/>
            <pc:sldMk cId="1174923096" sldId="292"/>
            <ac:spMk id="3" creationId="{63AF6A60-8E4E-855B-0BFE-997BF706959D}"/>
          </ac:spMkLst>
        </pc:spChg>
        <pc:picChg chg="add del mod">
          <ac:chgData name="Parthum, Bryan" userId="0944d42a-0297-47b7-847f-b5cd4d2f087f" providerId="ADAL" clId="{92A14F0F-FE8D-4BFE-A478-C25F3FD077CB}" dt="2024-04-27T15:20:50.276" v="2548"/>
          <ac:picMkLst>
            <pc:docMk/>
            <pc:sldMk cId="1174923096" sldId="292"/>
            <ac:picMk id="4" creationId="{852FDF4B-E0F5-EB6C-2848-31A51D453831}"/>
          </ac:picMkLst>
        </pc:picChg>
      </pc:sldChg>
      <pc:sldChg chg="addSp delSp modSp add mod setBg">
        <pc:chgData name="Parthum, Bryan" userId="0944d42a-0297-47b7-847f-b5cd4d2f087f" providerId="ADAL" clId="{92A14F0F-FE8D-4BFE-A478-C25F3FD077CB}" dt="2024-04-27T15:20:54.752" v="2551" actId="22"/>
        <pc:sldMkLst>
          <pc:docMk/>
          <pc:sldMk cId="3692165467" sldId="293"/>
        </pc:sldMkLst>
        <pc:spChg chg="mod">
          <ac:chgData name="Parthum, Bryan" userId="0944d42a-0297-47b7-847f-b5cd4d2f087f" providerId="ADAL" clId="{92A14F0F-FE8D-4BFE-A478-C25F3FD077CB}" dt="2024-04-27T15:10:08.606" v="2534" actId="26606"/>
          <ac:spMkLst>
            <pc:docMk/>
            <pc:sldMk cId="3692165467" sldId="293"/>
            <ac:spMk id="2" creationId="{F412339D-4453-56D7-0149-F84D066C62D7}"/>
          </ac:spMkLst>
        </pc:spChg>
        <pc:spChg chg="mod ord">
          <ac:chgData name="Parthum, Bryan" userId="0944d42a-0297-47b7-847f-b5cd4d2f087f" providerId="ADAL" clId="{92A14F0F-FE8D-4BFE-A478-C25F3FD077CB}" dt="2024-04-27T15:10:08.606" v="2534" actId="26606"/>
          <ac:spMkLst>
            <pc:docMk/>
            <pc:sldMk cId="3692165467" sldId="293"/>
            <ac:spMk id="3" creationId="{63AF6A60-8E4E-855B-0BFE-997BF706959D}"/>
          </ac:spMkLst>
        </pc:spChg>
        <pc:spChg chg="add del">
          <ac:chgData name="Parthum, Bryan" userId="0944d42a-0297-47b7-847f-b5cd4d2f087f" providerId="ADAL" clId="{92A14F0F-FE8D-4BFE-A478-C25F3FD077CB}" dt="2024-04-27T15:08:16.444" v="2526" actId="26606"/>
          <ac:spMkLst>
            <pc:docMk/>
            <pc:sldMk cId="3692165467" sldId="293"/>
            <ac:spMk id="10" creationId="{45D37F4E-DDB4-456B-97E0-9937730A039F}"/>
          </ac:spMkLst>
        </pc:spChg>
        <pc:spChg chg="add del">
          <ac:chgData name="Parthum, Bryan" userId="0944d42a-0297-47b7-847f-b5cd4d2f087f" providerId="ADAL" clId="{92A14F0F-FE8D-4BFE-A478-C25F3FD077CB}" dt="2024-04-27T15:08:16.444" v="2526" actId="26606"/>
          <ac:spMkLst>
            <pc:docMk/>
            <pc:sldMk cId="3692165467" sldId="293"/>
            <ac:spMk id="12" creationId="{B2DD41CD-8F47-4F56-AD12-4E2FF7696987}"/>
          </ac:spMkLst>
        </pc:spChg>
        <pc:spChg chg="add del">
          <ac:chgData name="Parthum, Bryan" userId="0944d42a-0297-47b7-847f-b5cd4d2f087f" providerId="ADAL" clId="{92A14F0F-FE8D-4BFE-A478-C25F3FD077CB}" dt="2024-04-27T15:08:20.420" v="2528" actId="26606"/>
          <ac:spMkLst>
            <pc:docMk/>
            <pc:sldMk cId="3692165467" sldId="293"/>
            <ac:spMk id="14" creationId="{0007FE00-9498-4706-B255-6437B0252C02}"/>
          </ac:spMkLst>
        </pc:spChg>
        <pc:spChg chg="add del">
          <ac:chgData name="Parthum, Bryan" userId="0944d42a-0297-47b7-847f-b5cd4d2f087f" providerId="ADAL" clId="{92A14F0F-FE8D-4BFE-A478-C25F3FD077CB}" dt="2024-04-27T15:08:20.420" v="2528" actId="26606"/>
          <ac:spMkLst>
            <pc:docMk/>
            <pc:sldMk cId="3692165467" sldId="293"/>
            <ac:spMk id="15" creationId="{2EB492CD-616E-47F8-933B-5E2D952A0593}"/>
          </ac:spMkLst>
        </pc:spChg>
        <pc:spChg chg="add del">
          <ac:chgData name="Parthum, Bryan" userId="0944d42a-0297-47b7-847f-b5cd4d2f087f" providerId="ADAL" clId="{92A14F0F-FE8D-4BFE-A478-C25F3FD077CB}" dt="2024-04-27T15:08:20.420" v="2528" actId="26606"/>
          <ac:spMkLst>
            <pc:docMk/>
            <pc:sldMk cId="3692165467" sldId="293"/>
            <ac:spMk id="16" creationId="{59383CF9-23B5-4335-9B21-1791C4CF1C75}"/>
          </ac:spMkLst>
        </pc:spChg>
        <pc:spChg chg="add del">
          <ac:chgData name="Parthum, Bryan" userId="0944d42a-0297-47b7-847f-b5cd4d2f087f" providerId="ADAL" clId="{92A14F0F-FE8D-4BFE-A478-C25F3FD077CB}" dt="2024-04-27T15:08:23.603" v="2530" actId="26606"/>
          <ac:spMkLst>
            <pc:docMk/>
            <pc:sldMk cId="3692165467" sldId="293"/>
            <ac:spMk id="18" creationId="{131BAD53-4E89-4F62-BBB7-26359763ED39}"/>
          </ac:spMkLst>
        </pc:spChg>
        <pc:spChg chg="add del">
          <ac:chgData name="Parthum, Bryan" userId="0944d42a-0297-47b7-847f-b5cd4d2f087f" providerId="ADAL" clId="{92A14F0F-FE8D-4BFE-A478-C25F3FD077CB}" dt="2024-04-27T15:08:23.603" v="2530" actId="26606"/>
          <ac:spMkLst>
            <pc:docMk/>
            <pc:sldMk cId="3692165467" sldId="293"/>
            <ac:spMk id="19" creationId="{62756DA2-40EB-4C6F-B962-5822FFB54FB6}"/>
          </ac:spMkLst>
        </pc:spChg>
        <pc:spChg chg="add del">
          <ac:chgData name="Parthum, Bryan" userId="0944d42a-0297-47b7-847f-b5cd4d2f087f" providerId="ADAL" clId="{92A14F0F-FE8D-4BFE-A478-C25F3FD077CB}" dt="2024-04-27T15:08:26.752" v="2532" actId="26606"/>
          <ac:spMkLst>
            <pc:docMk/>
            <pc:sldMk cId="3692165467" sldId="293"/>
            <ac:spMk id="20" creationId="{19C9EAEA-39D0-4B0E-A0EB-51E7B26740B1}"/>
          </ac:spMkLst>
        </pc:spChg>
        <pc:spChg chg="add del">
          <ac:chgData name="Parthum, Bryan" userId="0944d42a-0297-47b7-847f-b5cd4d2f087f" providerId="ADAL" clId="{92A14F0F-FE8D-4BFE-A478-C25F3FD077CB}" dt="2024-04-27T15:08:26.752" v="2532" actId="26606"/>
          <ac:spMkLst>
            <pc:docMk/>
            <pc:sldMk cId="3692165467" sldId="293"/>
            <ac:spMk id="21" creationId="{201CC55D-ED54-4C5C-95E6-10947BD1103B}"/>
          </ac:spMkLst>
        </pc:spChg>
        <pc:spChg chg="add del">
          <ac:chgData name="Parthum, Bryan" userId="0944d42a-0297-47b7-847f-b5cd4d2f087f" providerId="ADAL" clId="{92A14F0F-FE8D-4BFE-A478-C25F3FD077CB}" dt="2024-04-27T15:08:26.752" v="2532" actId="26606"/>
          <ac:spMkLst>
            <pc:docMk/>
            <pc:sldMk cId="3692165467" sldId="293"/>
            <ac:spMk id="24" creationId="{3873B707-463F-40B0-8227-E8CC6C67EB25}"/>
          </ac:spMkLst>
        </pc:spChg>
        <pc:spChg chg="add del">
          <ac:chgData name="Parthum, Bryan" userId="0944d42a-0297-47b7-847f-b5cd4d2f087f" providerId="ADAL" clId="{92A14F0F-FE8D-4BFE-A478-C25F3FD077CB}" dt="2024-04-27T15:08:26.752" v="2532" actId="26606"/>
          <ac:spMkLst>
            <pc:docMk/>
            <pc:sldMk cId="3692165467" sldId="293"/>
            <ac:spMk id="25" creationId="{C13237C8-E62C-4F0D-A318-BD6FB6C2D138}"/>
          </ac:spMkLst>
        </pc:spChg>
        <pc:spChg chg="add del">
          <ac:chgData name="Parthum, Bryan" userId="0944d42a-0297-47b7-847f-b5cd4d2f087f" providerId="ADAL" clId="{92A14F0F-FE8D-4BFE-A478-C25F3FD077CB}" dt="2024-04-27T15:10:08.606" v="2534" actId="26606"/>
          <ac:spMkLst>
            <pc:docMk/>
            <pc:sldMk cId="3692165467" sldId="293"/>
            <ac:spMk id="27" creationId="{117AB3D3-3C9C-4DED-809A-78734805B895}"/>
          </ac:spMkLst>
        </pc:spChg>
        <pc:spChg chg="add del">
          <ac:chgData name="Parthum, Bryan" userId="0944d42a-0297-47b7-847f-b5cd4d2f087f" providerId="ADAL" clId="{92A14F0F-FE8D-4BFE-A478-C25F3FD077CB}" dt="2024-04-27T15:10:08.606" v="2534" actId="26606"/>
          <ac:spMkLst>
            <pc:docMk/>
            <pc:sldMk cId="3692165467" sldId="293"/>
            <ac:spMk id="28" creationId="{3A9A4357-BD1D-4622-A4FE-766E6AB8DE84}"/>
          </ac:spMkLst>
        </pc:spChg>
        <pc:spChg chg="add del">
          <ac:chgData name="Parthum, Bryan" userId="0944d42a-0297-47b7-847f-b5cd4d2f087f" providerId="ADAL" clId="{92A14F0F-FE8D-4BFE-A478-C25F3FD077CB}" dt="2024-04-27T15:10:08.606" v="2534" actId="26606"/>
          <ac:spMkLst>
            <pc:docMk/>
            <pc:sldMk cId="3692165467" sldId="293"/>
            <ac:spMk id="29" creationId="{E659831F-0D9A-4C63-9EBB-8435B85A440F}"/>
          </ac:spMkLst>
        </pc:spChg>
        <pc:spChg chg="add del">
          <ac:chgData name="Parthum, Bryan" userId="0944d42a-0297-47b7-847f-b5cd4d2f087f" providerId="ADAL" clId="{92A14F0F-FE8D-4BFE-A478-C25F3FD077CB}" dt="2024-04-27T15:10:08.606" v="2534" actId="26606"/>
          <ac:spMkLst>
            <pc:docMk/>
            <pc:sldMk cId="3692165467" sldId="293"/>
            <ac:spMk id="30" creationId="{E6995CE5-F890-4ABA-82A2-26507CE8D2A3}"/>
          </ac:spMkLst>
        </pc:spChg>
        <pc:grpChg chg="add del">
          <ac:chgData name="Parthum, Bryan" userId="0944d42a-0297-47b7-847f-b5cd4d2f087f" providerId="ADAL" clId="{92A14F0F-FE8D-4BFE-A478-C25F3FD077CB}" dt="2024-04-27T15:08:26.752" v="2532" actId="26606"/>
          <ac:grpSpMkLst>
            <pc:docMk/>
            <pc:sldMk cId="3692165467" sldId="293"/>
            <ac:grpSpMk id="22" creationId="{1DE889C7-FAD6-4397-98E2-05D503484459}"/>
          </ac:grpSpMkLst>
        </pc:grpChg>
        <pc:picChg chg="add del mod">
          <ac:chgData name="Parthum, Bryan" userId="0944d42a-0297-47b7-847f-b5cd4d2f087f" providerId="ADAL" clId="{92A14F0F-FE8D-4BFE-A478-C25F3FD077CB}" dt="2024-04-27T15:20:54.752" v="2551" actId="22"/>
          <ac:picMkLst>
            <pc:docMk/>
            <pc:sldMk cId="3692165467" sldId="293"/>
            <ac:picMk id="5" creationId="{0197DF31-0A6F-81D1-20B2-03FB08E7F18F}"/>
          </ac:picMkLst>
        </pc:picChg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4258477446" sldId="293"/>
        </pc:sldMkLst>
      </pc:sldChg>
      <pc:sldChg chg="addSp delSp modSp add">
        <pc:chgData name="Parthum, Bryan" userId="0944d42a-0297-47b7-847f-b5cd4d2f087f" providerId="ADAL" clId="{92A14F0F-FE8D-4BFE-A478-C25F3FD077CB}" dt="2024-04-27T15:20:50.009" v="2547"/>
        <pc:sldMkLst>
          <pc:docMk/>
          <pc:sldMk cId="484576911" sldId="294"/>
        </pc:sldMkLst>
        <pc:picChg chg="add del mod">
          <ac:chgData name="Parthum, Bryan" userId="0944d42a-0297-47b7-847f-b5cd4d2f087f" providerId="ADAL" clId="{92A14F0F-FE8D-4BFE-A478-C25F3FD077CB}" dt="2024-04-27T15:20:50.009" v="2547"/>
          <ac:picMkLst>
            <pc:docMk/>
            <pc:sldMk cId="484576911" sldId="294"/>
            <ac:picMk id="4" creationId="{B3389ACB-4E74-F62E-48FB-C309C84477DD}"/>
          </ac:picMkLst>
        </pc:picChg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2070444898" sldId="294"/>
        </pc:sldMkLst>
      </pc:sldChg>
      <pc:sldChg chg="modSp add mod">
        <pc:chgData name="Parthum, Bryan" userId="0944d42a-0297-47b7-847f-b5cd4d2f087f" providerId="ADAL" clId="{92A14F0F-FE8D-4BFE-A478-C25F3FD077CB}" dt="2024-04-29T02:23:14.098" v="3771" actId="27636"/>
        <pc:sldMkLst>
          <pc:docMk/>
          <pc:sldMk cId="1993806992" sldId="295"/>
        </pc:sldMkLst>
        <pc:spChg chg="mod">
          <ac:chgData name="Parthum, Bryan" userId="0944d42a-0297-47b7-847f-b5cd4d2f087f" providerId="ADAL" clId="{92A14F0F-FE8D-4BFE-A478-C25F3FD077CB}" dt="2024-04-29T02:23:14.098" v="3771" actId="27636"/>
          <ac:spMkLst>
            <pc:docMk/>
            <pc:sldMk cId="1993806992" sldId="295"/>
            <ac:spMk id="3" creationId="{63AF6A60-8E4E-855B-0BFE-997BF706959D}"/>
          </ac:spMkLst>
        </pc:spChg>
      </pc:sldChg>
      <pc:sldChg chg="del">
        <pc:chgData name="Parthum, Bryan" userId="0944d42a-0297-47b7-847f-b5cd4d2f087f" providerId="ADAL" clId="{92A14F0F-FE8D-4BFE-A478-C25F3FD077CB}" dt="2024-04-24T21:09:21.783" v="37" actId="2696"/>
        <pc:sldMkLst>
          <pc:docMk/>
          <pc:sldMk cId="3156539537" sldId="295"/>
        </pc:sldMkLst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2213209353" sldId="296"/>
        </pc:sldMkLst>
      </pc:sldChg>
      <pc:sldChg chg="modSp add mod">
        <pc:chgData name="Parthum, Bryan" userId="0944d42a-0297-47b7-847f-b5cd4d2f087f" providerId="ADAL" clId="{92A14F0F-FE8D-4BFE-A478-C25F3FD077CB}" dt="2024-04-29T02:23:02.711" v="3760" actId="27636"/>
        <pc:sldMkLst>
          <pc:docMk/>
          <pc:sldMk cId="3941523593" sldId="296"/>
        </pc:sldMkLst>
        <pc:spChg chg="mod">
          <ac:chgData name="Parthum, Bryan" userId="0944d42a-0297-47b7-847f-b5cd4d2f087f" providerId="ADAL" clId="{92A14F0F-FE8D-4BFE-A478-C25F3FD077CB}" dt="2024-04-29T02:23:02.711" v="3760" actId="27636"/>
          <ac:spMkLst>
            <pc:docMk/>
            <pc:sldMk cId="3941523593" sldId="296"/>
            <ac:spMk id="3" creationId="{63AF6A60-8E4E-855B-0BFE-997BF706959D}"/>
          </ac:spMkLst>
        </pc:spChg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2035142094" sldId="297"/>
        </pc:sldMkLst>
      </pc:sldChg>
      <pc:sldChg chg="addSp delSp modSp add del mod setBg">
        <pc:chgData name="Parthum, Bryan" userId="0944d42a-0297-47b7-847f-b5cd4d2f087f" providerId="ADAL" clId="{92A14F0F-FE8D-4BFE-A478-C25F3FD077CB}" dt="2024-04-28T15:13:01.482" v="2970" actId="47"/>
        <pc:sldMkLst>
          <pc:docMk/>
          <pc:sldMk cId="3379240870" sldId="297"/>
        </pc:sldMkLst>
        <pc:spChg chg="mod">
          <ac:chgData name="Parthum, Bryan" userId="0944d42a-0297-47b7-847f-b5cd4d2f087f" providerId="ADAL" clId="{92A14F0F-FE8D-4BFE-A478-C25F3FD077CB}" dt="2024-04-27T01:14:03.990" v="2485" actId="26606"/>
          <ac:spMkLst>
            <pc:docMk/>
            <pc:sldMk cId="3379240870" sldId="297"/>
            <ac:spMk id="2" creationId="{F412339D-4453-56D7-0149-F84D066C62D7}"/>
          </ac:spMkLst>
        </pc:spChg>
        <pc:spChg chg="mod">
          <ac:chgData name="Parthum, Bryan" userId="0944d42a-0297-47b7-847f-b5cd4d2f087f" providerId="ADAL" clId="{92A14F0F-FE8D-4BFE-A478-C25F3FD077CB}" dt="2024-04-27T01:14:42.238" v="2490" actId="207"/>
          <ac:spMkLst>
            <pc:docMk/>
            <pc:sldMk cId="3379240870" sldId="297"/>
            <ac:spMk id="3" creationId="{63AF6A60-8E4E-855B-0BFE-997BF706959D}"/>
          </ac:spMkLst>
        </pc:spChg>
        <pc:spChg chg="add del">
          <ac:chgData name="Parthum, Bryan" userId="0944d42a-0297-47b7-847f-b5cd4d2f087f" providerId="ADAL" clId="{92A14F0F-FE8D-4BFE-A478-C25F3FD077CB}" dt="2024-04-27T01:14:03.990" v="2485" actId="26606"/>
          <ac:spMkLst>
            <pc:docMk/>
            <pc:sldMk cId="3379240870" sldId="297"/>
            <ac:spMk id="1028" creationId="{45D37F4E-DDB4-456B-97E0-9937730A039F}"/>
          </ac:spMkLst>
        </pc:spChg>
        <pc:spChg chg="add del">
          <ac:chgData name="Parthum, Bryan" userId="0944d42a-0297-47b7-847f-b5cd4d2f087f" providerId="ADAL" clId="{92A14F0F-FE8D-4BFE-A478-C25F3FD077CB}" dt="2024-04-27T01:14:03.990" v="2485" actId="26606"/>
          <ac:spMkLst>
            <pc:docMk/>
            <pc:sldMk cId="3379240870" sldId="297"/>
            <ac:spMk id="1029" creationId="{B2DD41CD-8F47-4F56-AD12-4E2FF7696987}"/>
          </ac:spMkLst>
        </pc:spChg>
        <pc:spChg chg="add del">
          <ac:chgData name="Parthum, Bryan" userId="0944d42a-0297-47b7-847f-b5cd4d2f087f" providerId="ADAL" clId="{92A14F0F-FE8D-4BFE-A478-C25F3FD077CB}" dt="2024-04-27T01:13:59.465" v="2483" actId="26606"/>
          <ac:spMkLst>
            <pc:docMk/>
            <pc:sldMk cId="3379240870" sldId="297"/>
            <ac:spMk id="1031" creationId="{45D37F4E-DDB4-456B-97E0-9937730A039F}"/>
          </ac:spMkLst>
        </pc:spChg>
        <pc:spChg chg="add del">
          <ac:chgData name="Parthum, Bryan" userId="0944d42a-0297-47b7-847f-b5cd4d2f087f" providerId="ADAL" clId="{92A14F0F-FE8D-4BFE-A478-C25F3FD077CB}" dt="2024-04-27T01:13:59.465" v="2483" actId="26606"/>
          <ac:spMkLst>
            <pc:docMk/>
            <pc:sldMk cId="3379240870" sldId="297"/>
            <ac:spMk id="1033" creationId="{B2DD41CD-8F47-4F56-AD12-4E2FF7696987}"/>
          </ac:spMkLst>
        </pc:spChg>
        <pc:picChg chg="add del mod">
          <ac:chgData name="Parthum, Bryan" userId="0944d42a-0297-47b7-847f-b5cd4d2f087f" providerId="ADAL" clId="{92A14F0F-FE8D-4BFE-A478-C25F3FD077CB}" dt="2024-04-27T01:14:23.347" v="2488" actId="478"/>
          <ac:picMkLst>
            <pc:docMk/>
            <pc:sldMk cId="3379240870" sldId="297"/>
            <ac:picMk id="1026" creationId="{33CF3762-1113-7571-6886-B46539C2046B}"/>
          </ac:picMkLst>
        </pc:picChg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618523775" sldId="298"/>
        </pc:sldMkLst>
      </pc:sldChg>
      <pc:sldChg chg="modSp add mod">
        <pc:chgData name="Parthum, Bryan" userId="0944d42a-0297-47b7-847f-b5cd4d2f087f" providerId="ADAL" clId="{92A14F0F-FE8D-4BFE-A478-C25F3FD077CB}" dt="2024-04-28T14:58:12.195" v="2965" actId="20577"/>
        <pc:sldMkLst>
          <pc:docMk/>
          <pc:sldMk cId="2139794634" sldId="298"/>
        </pc:sldMkLst>
        <pc:spChg chg="mod">
          <ac:chgData name="Parthum, Bryan" userId="0944d42a-0297-47b7-847f-b5cd4d2f087f" providerId="ADAL" clId="{92A14F0F-FE8D-4BFE-A478-C25F3FD077CB}" dt="2024-04-28T14:58:12.195" v="2965" actId="20577"/>
          <ac:spMkLst>
            <pc:docMk/>
            <pc:sldMk cId="2139794634" sldId="298"/>
            <ac:spMk id="3" creationId="{63AF6A60-8E4E-855B-0BFE-997BF706959D}"/>
          </ac:spMkLst>
        </pc:spChg>
      </pc:sldChg>
      <pc:sldChg chg="modSp add mod">
        <pc:chgData name="Parthum, Bryan" userId="0944d42a-0297-47b7-847f-b5cd4d2f087f" providerId="ADAL" clId="{92A14F0F-FE8D-4BFE-A478-C25F3FD077CB}" dt="2024-04-28T14:58:18.493" v="2967" actId="6549"/>
        <pc:sldMkLst>
          <pc:docMk/>
          <pc:sldMk cId="3746049930" sldId="299"/>
        </pc:sldMkLst>
        <pc:spChg chg="mod">
          <ac:chgData name="Parthum, Bryan" userId="0944d42a-0297-47b7-847f-b5cd4d2f087f" providerId="ADAL" clId="{92A14F0F-FE8D-4BFE-A478-C25F3FD077CB}" dt="2024-04-28T14:58:18.493" v="2967" actId="6549"/>
          <ac:spMkLst>
            <pc:docMk/>
            <pc:sldMk cId="3746049930" sldId="299"/>
            <ac:spMk id="3" creationId="{63AF6A60-8E4E-855B-0BFE-997BF706959D}"/>
          </ac:spMkLst>
        </pc:spChg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3820803765" sldId="299"/>
        </pc:sldMkLst>
      </pc:sldChg>
      <pc:sldChg chg="add del">
        <pc:chgData name="Parthum, Bryan" userId="0944d42a-0297-47b7-847f-b5cd4d2f087f" providerId="ADAL" clId="{92A14F0F-FE8D-4BFE-A478-C25F3FD077CB}" dt="2024-04-27T01:15:19.585" v="2495" actId="2696"/>
        <pc:sldMkLst>
          <pc:docMk/>
          <pc:sldMk cId="705210874" sldId="300"/>
        </pc:sldMkLst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2555048133" sldId="300"/>
        </pc:sldMkLst>
      </pc:sldChg>
      <pc:sldChg chg="modSp add mod ord">
        <pc:chgData name="Parthum, Bryan" userId="0944d42a-0297-47b7-847f-b5cd4d2f087f" providerId="ADAL" clId="{92A14F0F-FE8D-4BFE-A478-C25F3FD077CB}" dt="2024-04-28T14:58:06.159" v="2960" actId="20577"/>
        <pc:sldMkLst>
          <pc:docMk/>
          <pc:sldMk cId="2181513139" sldId="301"/>
        </pc:sldMkLst>
        <pc:spChg chg="mod">
          <ac:chgData name="Parthum, Bryan" userId="0944d42a-0297-47b7-847f-b5cd4d2f087f" providerId="ADAL" clId="{92A14F0F-FE8D-4BFE-A478-C25F3FD077CB}" dt="2024-04-28T14:58:06.159" v="2960" actId="20577"/>
          <ac:spMkLst>
            <pc:docMk/>
            <pc:sldMk cId="2181513139" sldId="301"/>
            <ac:spMk id="3" creationId="{63AF6A60-8E4E-855B-0BFE-997BF706959D}"/>
          </ac:spMkLst>
        </pc:spChg>
      </pc:sldChg>
      <pc:sldChg chg="del">
        <pc:chgData name="Parthum, Bryan" userId="0944d42a-0297-47b7-847f-b5cd4d2f087f" providerId="ADAL" clId="{92A14F0F-FE8D-4BFE-A478-C25F3FD077CB}" dt="2024-04-24T21:08:57.787" v="35" actId="47"/>
        <pc:sldMkLst>
          <pc:docMk/>
          <pc:sldMk cId="2508920879" sldId="301"/>
        </pc:sldMkLst>
      </pc:sldChg>
      <pc:sldChg chg="addSp delSp modSp add mod">
        <pc:chgData name="Parthum, Bryan" userId="0944d42a-0297-47b7-847f-b5cd4d2f087f" providerId="ADAL" clId="{92A14F0F-FE8D-4BFE-A478-C25F3FD077CB}" dt="2024-04-29T04:17:36" v="5382" actId="20577"/>
        <pc:sldMkLst>
          <pc:docMk/>
          <pc:sldMk cId="1683563701" sldId="302"/>
        </pc:sldMkLst>
        <pc:spChg chg="mod">
          <ac:chgData name="Parthum, Bryan" userId="0944d42a-0297-47b7-847f-b5cd4d2f087f" providerId="ADAL" clId="{92A14F0F-FE8D-4BFE-A478-C25F3FD077CB}" dt="2024-04-29T03:38:59.604" v="4970" actId="1076"/>
          <ac:spMkLst>
            <pc:docMk/>
            <pc:sldMk cId="1683563701" sldId="302"/>
            <ac:spMk id="2" creationId="{F412339D-4453-56D7-0149-F84D066C62D7}"/>
          </ac:spMkLst>
        </pc:spChg>
        <pc:spChg chg="mod">
          <ac:chgData name="Parthum, Bryan" userId="0944d42a-0297-47b7-847f-b5cd4d2f087f" providerId="ADAL" clId="{92A14F0F-FE8D-4BFE-A478-C25F3FD077CB}" dt="2024-04-29T04:17:36" v="5382" actId="20577"/>
          <ac:spMkLst>
            <pc:docMk/>
            <pc:sldMk cId="1683563701" sldId="302"/>
            <ac:spMk id="3" creationId="{63AF6A60-8E4E-855B-0BFE-997BF706959D}"/>
          </ac:spMkLst>
        </pc:spChg>
        <pc:spChg chg="add del">
          <ac:chgData name="Parthum, Bryan" userId="0944d42a-0297-47b7-847f-b5cd4d2f087f" providerId="ADAL" clId="{92A14F0F-FE8D-4BFE-A478-C25F3FD077CB}" dt="2024-04-29T04:14:46.390" v="5314"/>
          <ac:spMkLst>
            <pc:docMk/>
            <pc:sldMk cId="1683563701" sldId="302"/>
            <ac:spMk id="4" creationId="{304D85FB-7097-77A2-8403-C981A38972CF}"/>
          </ac:spMkLst>
        </pc:spChg>
        <pc:spChg chg="add del">
          <ac:chgData name="Parthum, Bryan" userId="0944d42a-0297-47b7-847f-b5cd4d2f087f" providerId="ADAL" clId="{92A14F0F-FE8D-4BFE-A478-C25F3FD077CB}" dt="2024-04-29T04:15:18.320" v="5322"/>
          <ac:spMkLst>
            <pc:docMk/>
            <pc:sldMk cId="1683563701" sldId="302"/>
            <ac:spMk id="6" creationId="{325774D0-628D-AEC3-08D0-358D2D469331}"/>
          </ac:spMkLst>
        </pc:spChg>
        <pc:picChg chg="add del">
          <ac:chgData name="Parthum, Bryan" userId="0944d42a-0297-47b7-847f-b5cd4d2f087f" providerId="ADAL" clId="{92A14F0F-FE8D-4BFE-A478-C25F3FD077CB}" dt="2024-04-29T04:14:59.635" v="5320" actId="478"/>
          <ac:picMkLst>
            <pc:docMk/>
            <pc:sldMk cId="1683563701" sldId="302"/>
            <ac:picMk id="5" creationId="{D4D24B57-11B7-0A83-4503-22CA7C094069}"/>
          </ac:picMkLst>
        </pc:picChg>
        <pc:picChg chg="add del">
          <ac:chgData name="Parthum, Bryan" userId="0944d42a-0297-47b7-847f-b5cd4d2f087f" providerId="ADAL" clId="{92A14F0F-FE8D-4BFE-A478-C25F3FD077CB}" dt="2024-04-29T04:15:21.290" v="5324"/>
          <ac:picMkLst>
            <pc:docMk/>
            <pc:sldMk cId="1683563701" sldId="302"/>
            <ac:picMk id="7" creationId="{630D5D9F-5A24-3D06-09CD-934D65F9699E}"/>
          </ac:picMkLst>
        </pc:picChg>
        <pc:picChg chg="del">
          <ac:chgData name="Parthum, Bryan" userId="0944d42a-0297-47b7-847f-b5cd4d2f087f" providerId="ADAL" clId="{92A14F0F-FE8D-4BFE-A478-C25F3FD077CB}" dt="2024-04-27T15:22:22.591" v="2553" actId="478"/>
          <ac:picMkLst>
            <pc:docMk/>
            <pc:sldMk cId="1683563701" sldId="302"/>
            <ac:picMk id="1026" creationId="{33CF3762-1113-7571-6886-B46539C2046B}"/>
          </ac:picMkLst>
        </pc:picChg>
        <pc:picChg chg="add del">
          <ac:chgData name="Parthum, Bryan" userId="0944d42a-0297-47b7-847f-b5cd4d2f087f" providerId="ADAL" clId="{92A14F0F-FE8D-4BFE-A478-C25F3FD077CB}" dt="2024-04-29T04:15:58.338" v="5326"/>
          <ac:picMkLst>
            <pc:docMk/>
            <pc:sldMk cId="1683563701" sldId="302"/>
            <ac:picMk id="1030" creationId="{CA5B2116-2AB2-644B-F47E-F1D224C1AA2C}"/>
          </ac:picMkLst>
        </pc:picChg>
        <pc:picChg chg="add del">
          <ac:chgData name="Parthum, Bryan" userId="0944d42a-0297-47b7-847f-b5cd4d2f087f" providerId="ADAL" clId="{92A14F0F-FE8D-4BFE-A478-C25F3FD077CB}" dt="2024-04-29T04:16:16.682" v="5328"/>
          <ac:picMkLst>
            <pc:docMk/>
            <pc:sldMk cId="1683563701" sldId="302"/>
            <ac:picMk id="1032" creationId="{44D997EF-3443-E12C-74E6-80BC9F23A21B}"/>
          </ac:picMkLst>
        </pc:picChg>
        <pc:picChg chg="add mod">
          <ac:chgData name="Parthum, Bryan" userId="0944d42a-0297-47b7-847f-b5cd4d2f087f" providerId="ADAL" clId="{92A14F0F-FE8D-4BFE-A478-C25F3FD077CB}" dt="2024-04-29T04:17:08.758" v="5335" actId="1076"/>
          <ac:picMkLst>
            <pc:docMk/>
            <pc:sldMk cId="1683563701" sldId="302"/>
            <ac:picMk id="1034" creationId="{DB7402D8-DC07-A47C-7F37-DCCF26772468}"/>
          </ac:picMkLst>
        </pc:picChg>
        <pc:picChg chg="add del mod">
          <ac:chgData name="Parthum, Bryan" userId="0944d42a-0297-47b7-847f-b5cd4d2f087f" providerId="ADAL" clId="{92A14F0F-FE8D-4BFE-A478-C25F3FD077CB}" dt="2024-04-29T03:35:11.374" v="4930"/>
          <ac:picMkLst>
            <pc:docMk/>
            <pc:sldMk cId="1683563701" sldId="302"/>
            <ac:picMk id="4098" creationId="{15CBC1FF-6D8E-1230-E3CC-E609BB45DB89}"/>
          </ac:picMkLst>
        </pc:picChg>
        <pc:picChg chg="add del mod">
          <ac:chgData name="Parthum, Bryan" userId="0944d42a-0297-47b7-847f-b5cd4d2f087f" providerId="ADAL" clId="{92A14F0F-FE8D-4BFE-A478-C25F3FD077CB}" dt="2024-04-29T03:35:18.514" v="4935"/>
          <ac:picMkLst>
            <pc:docMk/>
            <pc:sldMk cId="1683563701" sldId="302"/>
            <ac:picMk id="4100" creationId="{6A23C209-149B-C236-65AD-4AB59944C4A9}"/>
          </ac:picMkLst>
        </pc:picChg>
        <pc:picChg chg="add del mod">
          <ac:chgData name="Parthum, Bryan" userId="0944d42a-0297-47b7-847f-b5cd4d2f087f" providerId="ADAL" clId="{92A14F0F-FE8D-4BFE-A478-C25F3FD077CB}" dt="2024-04-29T04:14:42.039" v="5312" actId="478"/>
          <ac:picMkLst>
            <pc:docMk/>
            <pc:sldMk cId="1683563701" sldId="302"/>
            <ac:picMk id="4102" creationId="{1948BF84-7E18-98C6-05EC-9A95C31A8B57}"/>
          </ac:picMkLst>
        </pc:picChg>
        <pc:picChg chg="add del">
          <ac:chgData name="Parthum, Bryan" userId="0944d42a-0297-47b7-847f-b5cd4d2f087f" providerId="ADAL" clId="{92A14F0F-FE8D-4BFE-A478-C25F3FD077CB}" dt="2024-04-29T03:36:07.795" v="4942"/>
          <ac:picMkLst>
            <pc:docMk/>
            <pc:sldMk cId="1683563701" sldId="302"/>
            <ac:picMk id="4104" creationId="{CBCD183C-304F-5575-5A00-637C295BD825}"/>
          </ac:picMkLst>
        </pc:picChg>
        <pc:picChg chg="add mod">
          <ac:chgData name="Parthum, Bryan" userId="0944d42a-0297-47b7-847f-b5cd4d2f087f" providerId="ADAL" clId="{92A14F0F-FE8D-4BFE-A478-C25F3FD077CB}" dt="2024-04-29T03:41:48.153" v="4998" actId="1076"/>
          <ac:picMkLst>
            <pc:docMk/>
            <pc:sldMk cId="1683563701" sldId="302"/>
            <ac:picMk id="4106" creationId="{3D7D24DB-1F0C-A436-4F4B-6AE5E0265F33}"/>
          </ac:picMkLst>
        </pc:picChg>
        <pc:picChg chg="add del mod">
          <ac:chgData name="Parthum, Bryan" userId="0944d42a-0297-47b7-847f-b5cd4d2f087f" providerId="ADAL" clId="{92A14F0F-FE8D-4BFE-A478-C25F3FD077CB}" dt="2024-04-29T03:41:54.867" v="4999" actId="1076"/>
          <ac:picMkLst>
            <pc:docMk/>
            <pc:sldMk cId="1683563701" sldId="302"/>
            <ac:picMk id="4108" creationId="{EBE33D72-CDBF-FC27-93F4-D664AA4C6F36}"/>
          </ac:picMkLst>
        </pc:picChg>
        <pc:picChg chg="add mod">
          <ac:chgData name="Parthum, Bryan" userId="0944d42a-0297-47b7-847f-b5cd4d2f087f" providerId="ADAL" clId="{92A14F0F-FE8D-4BFE-A478-C25F3FD077CB}" dt="2024-04-29T03:41:48.153" v="4998" actId="1076"/>
          <ac:picMkLst>
            <pc:docMk/>
            <pc:sldMk cId="1683563701" sldId="302"/>
            <ac:picMk id="4110" creationId="{70D074F2-0BAF-5677-3C12-B6A7A446A71B}"/>
          </ac:picMkLst>
        </pc:picChg>
      </pc:sldChg>
      <pc:sldChg chg="addSp delSp modSp add mod">
        <pc:chgData name="Parthum, Bryan" userId="0944d42a-0297-47b7-847f-b5cd4d2f087f" providerId="ADAL" clId="{92A14F0F-FE8D-4BFE-A478-C25F3FD077CB}" dt="2024-04-28T15:13:12.297" v="2973" actId="478"/>
        <pc:sldMkLst>
          <pc:docMk/>
          <pc:sldMk cId="967773156" sldId="303"/>
        </pc:sldMkLst>
        <pc:spChg chg="mod">
          <ac:chgData name="Parthum, Bryan" userId="0944d42a-0297-47b7-847f-b5cd4d2f087f" providerId="ADAL" clId="{92A14F0F-FE8D-4BFE-A478-C25F3FD077CB}" dt="2024-04-28T14:44:28.377" v="2744" actId="20577"/>
          <ac:spMkLst>
            <pc:docMk/>
            <pc:sldMk cId="967773156" sldId="303"/>
            <ac:spMk id="3" creationId="{63AF6A60-8E4E-855B-0BFE-997BF706959D}"/>
          </ac:spMkLst>
        </pc:spChg>
        <pc:spChg chg="add del mod">
          <ac:chgData name="Parthum, Bryan" userId="0944d42a-0297-47b7-847f-b5cd4d2f087f" providerId="ADAL" clId="{92A14F0F-FE8D-4BFE-A478-C25F3FD077CB}" dt="2024-04-28T02:49:53.792" v="2605" actId="478"/>
          <ac:spMkLst>
            <pc:docMk/>
            <pc:sldMk cId="967773156" sldId="303"/>
            <ac:spMk id="4" creationId="{31834192-FA96-1683-AB27-9E3A91B08372}"/>
          </ac:spMkLst>
        </pc:spChg>
        <pc:spChg chg="add del mod">
          <ac:chgData name="Parthum, Bryan" userId="0944d42a-0297-47b7-847f-b5cd4d2f087f" providerId="ADAL" clId="{92A14F0F-FE8D-4BFE-A478-C25F3FD077CB}" dt="2024-04-28T02:49:53.792" v="2605" actId="478"/>
          <ac:spMkLst>
            <pc:docMk/>
            <pc:sldMk cId="967773156" sldId="303"/>
            <ac:spMk id="5" creationId="{677921AC-E44D-495A-0B8E-C36AFD01A2DF}"/>
          </ac:spMkLst>
        </pc:spChg>
        <pc:spChg chg="add del mod">
          <ac:chgData name="Parthum, Bryan" userId="0944d42a-0297-47b7-847f-b5cd4d2f087f" providerId="ADAL" clId="{92A14F0F-FE8D-4BFE-A478-C25F3FD077CB}" dt="2024-04-28T02:49:53.792" v="2605" actId="478"/>
          <ac:spMkLst>
            <pc:docMk/>
            <pc:sldMk cId="967773156" sldId="303"/>
            <ac:spMk id="6" creationId="{50A46EAC-0A90-0FF3-B8AF-78CA843855EE}"/>
          </ac:spMkLst>
        </pc:spChg>
        <pc:spChg chg="add del mod">
          <ac:chgData name="Parthum, Bryan" userId="0944d42a-0297-47b7-847f-b5cd4d2f087f" providerId="ADAL" clId="{92A14F0F-FE8D-4BFE-A478-C25F3FD077CB}" dt="2024-04-28T02:49:53.792" v="2605" actId="478"/>
          <ac:spMkLst>
            <pc:docMk/>
            <pc:sldMk cId="967773156" sldId="303"/>
            <ac:spMk id="7" creationId="{6B64CD48-98F9-5F30-D8F3-966DEAF3CA70}"/>
          </ac:spMkLst>
        </pc:spChg>
        <pc:spChg chg="mod">
          <ac:chgData name="Parthum, Bryan" userId="0944d42a-0297-47b7-847f-b5cd4d2f087f" providerId="ADAL" clId="{92A14F0F-FE8D-4BFE-A478-C25F3FD077CB}" dt="2024-04-28T02:50:04.155" v="2606"/>
          <ac:spMkLst>
            <pc:docMk/>
            <pc:sldMk cId="967773156" sldId="303"/>
            <ac:spMk id="10" creationId="{B46D1067-667B-F63E-88F3-234C8BE93040}"/>
          </ac:spMkLst>
        </pc:spChg>
        <pc:spChg chg="mod">
          <ac:chgData name="Parthum, Bryan" userId="0944d42a-0297-47b7-847f-b5cd4d2f087f" providerId="ADAL" clId="{92A14F0F-FE8D-4BFE-A478-C25F3FD077CB}" dt="2024-04-28T02:50:04.155" v="2606"/>
          <ac:spMkLst>
            <pc:docMk/>
            <pc:sldMk cId="967773156" sldId="303"/>
            <ac:spMk id="11" creationId="{B80D8C33-3885-80D6-4445-F9C7BF2591FB}"/>
          </ac:spMkLst>
        </pc:spChg>
        <pc:spChg chg="mod">
          <ac:chgData name="Parthum, Bryan" userId="0944d42a-0297-47b7-847f-b5cd4d2f087f" providerId="ADAL" clId="{92A14F0F-FE8D-4BFE-A478-C25F3FD077CB}" dt="2024-04-28T02:50:04.155" v="2606"/>
          <ac:spMkLst>
            <pc:docMk/>
            <pc:sldMk cId="967773156" sldId="303"/>
            <ac:spMk id="12" creationId="{109A7CBD-0134-99BE-4DA1-14B215871393}"/>
          </ac:spMkLst>
        </pc:spChg>
        <pc:spChg chg="mod">
          <ac:chgData name="Parthum, Bryan" userId="0944d42a-0297-47b7-847f-b5cd4d2f087f" providerId="ADAL" clId="{92A14F0F-FE8D-4BFE-A478-C25F3FD077CB}" dt="2024-04-28T02:50:04.155" v="2606"/>
          <ac:spMkLst>
            <pc:docMk/>
            <pc:sldMk cId="967773156" sldId="303"/>
            <ac:spMk id="13" creationId="{DC36010A-B7E9-26BD-7EB3-23CE25126721}"/>
          </ac:spMkLst>
        </pc:spChg>
        <pc:spChg chg="mod">
          <ac:chgData name="Parthum, Bryan" userId="0944d42a-0297-47b7-847f-b5cd4d2f087f" providerId="ADAL" clId="{92A14F0F-FE8D-4BFE-A478-C25F3FD077CB}" dt="2024-04-28T02:50:04.155" v="2606"/>
          <ac:spMkLst>
            <pc:docMk/>
            <pc:sldMk cId="967773156" sldId="303"/>
            <ac:spMk id="14" creationId="{DA5FEC98-F3F9-DEF4-5B36-A79F1CC31B10}"/>
          </ac:spMkLst>
        </pc:spChg>
        <pc:spChg chg="mod">
          <ac:chgData name="Parthum, Bryan" userId="0944d42a-0297-47b7-847f-b5cd4d2f087f" providerId="ADAL" clId="{92A14F0F-FE8D-4BFE-A478-C25F3FD077CB}" dt="2024-04-28T02:50:04.155" v="2606"/>
          <ac:spMkLst>
            <pc:docMk/>
            <pc:sldMk cId="967773156" sldId="303"/>
            <ac:spMk id="15" creationId="{A6C13BCC-47B8-B0A5-1E54-5F007A247E97}"/>
          </ac:spMkLst>
        </pc:spChg>
        <pc:spChg chg="mod">
          <ac:chgData name="Parthum, Bryan" userId="0944d42a-0297-47b7-847f-b5cd4d2f087f" providerId="ADAL" clId="{92A14F0F-FE8D-4BFE-A478-C25F3FD077CB}" dt="2024-04-28T02:50:04.155" v="2606"/>
          <ac:spMkLst>
            <pc:docMk/>
            <pc:sldMk cId="967773156" sldId="303"/>
            <ac:spMk id="16" creationId="{357711CF-A053-600F-4B39-574BF9D7B70C}"/>
          </ac:spMkLst>
        </pc:spChg>
        <pc:spChg chg="mod">
          <ac:chgData name="Parthum, Bryan" userId="0944d42a-0297-47b7-847f-b5cd4d2f087f" providerId="ADAL" clId="{92A14F0F-FE8D-4BFE-A478-C25F3FD077CB}" dt="2024-04-28T02:50:04.155" v="2606"/>
          <ac:spMkLst>
            <pc:docMk/>
            <pc:sldMk cId="967773156" sldId="303"/>
            <ac:spMk id="17" creationId="{161197D5-FB35-E990-0C85-FA46DF75C92B}"/>
          </ac:spMkLst>
        </pc:spChg>
        <pc:spChg chg="mod">
          <ac:chgData name="Parthum, Bryan" userId="0944d42a-0297-47b7-847f-b5cd4d2f087f" providerId="ADAL" clId="{92A14F0F-FE8D-4BFE-A478-C25F3FD077CB}" dt="2024-04-28T02:50:04.155" v="2606"/>
          <ac:spMkLst>
            <pc:docMk/>
            <pc:sldMk cId="967773156" sldId="303"/>
            <ac:spMk id="18" creationId="{1F9C4792-121C-40F2-C73B-F492E4AC5804}"/>
          </ac:spMkLst>
        </pc:spChg>
        <pc:spChg chg="add mod">
          <ac:chgData name="Parthum, Bryan" userId="0944d42a-0297-47b7-847f-b5cd4d2f087f" providerId="ADAL" clId="{92A14F0F-FE8D-4BFE-A478-C25F3FD077CB}" dt="2024-04-28T14:42:27.894" v="2707" actId="1076"/>
          <ac:spMkLst>
            <pc:docMk/>
            <pc:sldMk cId="967773156" sldId="303"/>
            <ac:spMk id="19" creationId="{F0F1C601-3ECC-470A-882F-001E88DE6669}"/>
          </ac:spMkLst>
        </pc:spChg>
        <pc:spChg chg="add mod">
          <ac:chgData name="Parthum, Bryan" userId="0944d42a-0297-47b7-847f-b5cd4d2f087f" providerId="ADAL" clId="{92A14F0F-FE8D-4BFE-A478-C25F3FD077CB}" dt="2024-04-28T14:40:41.033" v="2694" actId="1076"/>
          <ac:spMkLst>
            <pc:docMk/>
            <pc:sldMk cId="967773156" sldId="303"/>
            <ac:spMk id="20" creationId="{64FB3103-0B02-F509-AA73-EFF4B89E9269}"/>
          </ac:spMkLst>
        </pc:spChg>
        <pc:spChg chg="add mod">
          <ac:chgData name="Parthum, Bryan" userId="0944d42a-0297-47b7-847f-b5cd4d2f087f" providerId="ADAL" clId="{92A14F0F-FE8D-4BFE-A478-C25F3FD077CB}" dt="2024-04-28T14:28:21.817" v="2685" actId="20577"/>
          <ac:spMkLst>
            <pc:docMk/>
            <pc:sldMk cId="967773156" sldId="303"/>
            <ac:spMk id="21" creationId="{6E397243-ED2E-61AE-DCE7-425E6DFE633D}"/>
          </ac:spMkLst>
        </pc:spChg>
        <pc:spChg chg="add mod">
          <ac:chgData name="Parthum, Bryan" userId="0944d42a-0297-47b7-847f-b5cd4d2f087f" providerId="ADAL" clId="{92A14F0F-FE8D-4BFE-A478-C25F3FD077CB}" dt="2024-04-28T14:28:56.680" v="2686" actId="1076"/>
          <ac:spMkLst>
            <pc:docMk/>
            <pc:sldMk cId="967773156" sldId="303"/>
            <ac:spMk id="22" creationId="{F6872ACF-B37B-5A99-61BD-F7EDBE6272C3}"/>
          </ac:spMkLst>
        </pc:spChg>
        <pc:spChg chg="add del mod">
          <ac:chgData name="Parthum, Bryan" userId="0944d42a-0297-47b7-847f-b5cd4d2f087f" providerId="ADAL" clId="{92A14F0F-FE8D-4BFE-A478-C25F3FD077CB}" dt="2024-04-28T15:13:12.297" v="2973" actId="478"/>
          <ac:spMkLst>
            <pc:docMk/>
            <pc:sldMk cId="967773156" sldId="303"/>
            <ac:spMk id="26" creationId="{E0306E8A-D123-B4BE-C042-1C5B15E84EC3}"/>
          </ac:spMkLst>
        </pc:spChg>
        <pc:spChg chg="add del mod">
          <ac:chgData name="Parthum, Bryan" userId="0944d42a-0297-47b7-847f-b5cd4d2f087f" providerId="ADAL" clId="{92A14F0F-FE8D-4BFE-A478-C25F3FD077CB}" dt="2024-04-28T14:52:54.946" v="2892" actId="478"/>
          <ac:spMkLst>
            <pc:docMk/>
            <pc:sldMk cId="967773156" sldId="303"/>
            <ac:spMk id="35" creationId="{66E89F85-B68A-2C31-FD86-1BC9772813E7}"/>
          </ac:spMkLst>
        </pc:spChg>
        <pc:spChg chg="add del mod">
          <ac:chgData name="Parthum, Bryan" userId="0944d42a-0297-47b7-847f-b5cd4d2f087f" providerId="ADAL" clId="{92A14F0F-FE8D-4BFE-A478-C25F3FD077CB}" dt="2024-04-28T14:52:50.102" v="2891" actId="478"/>
          <ac:spMkLst>
            <pc:docMk/>
            <pc:sldMk cId="967773156" sldId="303"/>
            <ac:spMk id="36" creationId="{6CF2DCCD-71B5-6C06-9CFB-CFB20A68A627}"/>
          </ac:spMkLst>
        </pc:spChg>
        <pc:spChg chg="add del mod">
          <ac:chgData name="Parthum, Bryan" userId="0944d42a-0297-47b7-847f-b5cd4d2f087f" providerId="ADAL" clId="{92A14F0F-FE8D-4BFE-A478-C25F3FD077CB}" dt="2024-04-28T14:52:40.393" v="2887" actId="478"/>
          <ac:spMkLst>
            <pc:docMk/>
            <pc:sldMk cId="967773156" sldId="303"/>
            <ac:spMk id="37" creationId="{468256CA-153E-4E8A-D378-7D8121AC5BCF}"/>
          </ac:spMkLst>
        </pc:spChg>
        <pc:spChg chg="add del mod">
          <ac:chgData name="Parthum, Bryan" userId="0944d42a-0297-47b7-847f-b5cd4d2f087f" providerId="ADAL" clId="{92A14F0F-FE8D-4BFE-A478-C25F3FD077CB}" dt="2024-04-28T14:52:37.777" v="2886" actId="478"/>
          <ac:spMkLst>
            <pc:docMk/>
            <pc:sldMk cId="967773156" sldId="303"/>
            <ac:spMk id="38" creationId="{38FEA9FD-632D-8574-3BE6-3B4A3B366D1D}"/>
          </ac:spMkLst>
        </pc:spChg>
        <pc:spChg chg="add mod">
          <ac:chgData name="Parthum, Bryan" userId="0944d42a-0297-47b7-847f-b5cd4d2f087f" providerId="ADAL" clId="{92A14F0F-FE8D-4BFE-A478-C25F3FD077CB}" dt="2024-04-28T14:51:34.944" v="2861" actId="1076"/>
          <ac:spMkLst>
            <pc:docMk/>
            <pc:sldMk cId="967773156" sldId="303"/>
            <ac:spMk id="39" creationId="{E6F39B8A-2CA3-AF22-DBC6-748961A7F1D4}"/>
          </ac:spMkLst>
        </pc:spChg>
        <pc:spChg chg="add mod">
          <ac:chgData name="Parthum, Bryan" userId="0944d42a-0297-47b7-847f-b5cd4d2f087f" providerId="ADAL" clId="{92A14F0F-FE8D-4BFE-A478-C25F3FD077CB}" dt="2024-04-28T14:51:52.631" v="2880" actId="1076"/>
          <ac:spMkLst>
            <pc:docMk/>
            <pc:sldMk cId="967773156" sldId="303"/>
            <ac:spMk id="40" creationId="{B0AB2D47-B0F1-8F4D-0B08-CD41AE2B1F8A}"/>
          </ac:spMkLst>
        </pc:spChg>
        <pc:grpChg chg="add mod">
          <ac:chgData name="Parthum, Bryan" userId="0944d42a-0297-47b7-847f-b5cd4d2f087f" providerId="ADAL" clId="{92A14F0F-FE8D-4BFE-A478-C25F3FD077CB}" dt="2024-04-28T14:45:57.505" v="2769" actId="1076"/>
          <ac:grpSpMkLst>
            <pc:docMk/>
            <pc:sldMk cId="967773156" sldId="303"/>
            <ac:grpSpMk id="8" creationId="{A78447FF-CE0F-0CA9-3AA7-0EE74B43433F}"/>
          </ac:grpSpMkLst>
        </pc:grpChg>
        <pc:picChg chg="mod">
          <ac:chgData name="Parthum, Bryan" userId="0944d42a-0297-47b7-847f-b5cd4d2f087f" providerId="ADAL" clId="{92A14F0F-FE8D-4BFE-A478-C25F3FD077CB}" dt="2024-04-28T02:50:04.155" v="2606"/>
          <ac:picMkLst>
            <pc:docMk/>
            <pc:sldMk cId="967773156" sldId="303"/>
            <ac:picMk id="9" creationId="{4FBB6F7F-48B1-D127-9AB4-51EE39CA5F01}"/>
          </ac:picMkLst>
        </pc:picChg>
        <pc:cxnChg chg="add mod">
          <ac:chgData name="Parthum, Bryan" userId="0944d42a-0297-47b7-847f-b5cd4d2f087f" providerId="ADAL" clId="{92A14F0F-FE8D-4BFE-A478-C25F3FD077CB}" dt="2024-04-28T14:29:06.914" v="2687" actId="14100"/>
          <ac:cxnSpMkLst>
            <pc:docMk/>
            <pc:sldMk cId="967773156" sldId="303"/>
            <ac:cxnSpMk id="23" creationId="{06501F26-C88F-CB7A-4AB6-4FA30AA0D1A9}"/>
          </ac:cxnSpMkLst>
        </pc:cxnChg>
        <pc:cxnChg chg="add del mod">
          <ac:chgData name="Parthum, Bryan" userId="0944d42a-0297-47b7-847f-b5cd4d2f087f" providerId="ADAL" clId="{92A14F0F-FE8D-4BFE-A478-C25F3FD077CB}" dt="2024-04-28T14:45:49.774" v="2766" actId="478"/>
          <ac:cxnSpMkLst>
            <pc:docMk/>
            <pc:sldMk cId="967773156" sldId="303"/>
            <ac:cxnSpMk id="27" creationId="{123CF79A-A3C9-F639-D170-76FE59204D3B}"/>
          </ac:cxnSpMkLst>
        </pc:cxnChg>
        <pc:cxnChg chg="add del mod">
          <ac:chgData name="Parthum, Bryan" userId="0944d42a-0297-47b7-847f-b5cd4d2f087f" providerId="ADAL" clId="{92A14F0F-FE8D-4BFE-A478-C25F3FD077CB}" dt="2024-04-28T15:13:09.281" v="2972" actId="478"/>
          <ac:cxnSpMkLst>
            <pc:docMk/>
            <pc:sldMk cId="967773156" sldId="303"/>
            <ac:cxnSpMk id="29" creationId="{BADA5D21-9868-B72F-D360-135C0064A397}"/>
          </ac:cxnSpMkLst>
        </pc:cxnChg>
        <pc:cxnChg chg="add del mod">
          <ac:chgData name="Parthum, Bryan" userId="0944d42a-0297-47b7-847f-b5cd4d2f087f" providerId="ADAL" clId="{92A14F0F-FE8D-4BFE-A478-C25F3FD077CB}" dt="2024-04-28T14:52:57.356" v="2893" actId="478"/>
          <ac:cxnSpMkLst>
            <pc:docMk/>
            <pc:sldMk cId="967773156" sldId="303"/>
            <ac:cxnSpMk id="31" creationId="{5B25BEC4-817E-D2BE-89B9-DF3FFD8A7127}"/>
          </ac:cxnSpMkLst>
        </pc:cxnChg>
        <pc:cxnChg chg="add del mod">
          <ac:chgData name="Parthum, Bryan" userId="0944d42a-0297-47b7-847f-b5cd4d2f087f" providerId="ADAL" clId="{92A14F0F-FE8D-4BFE-A478-C25F3FD077CB}" dt="2024-04-28T14:52:42.048" v="2888" actId="478"/>
          <ac:cxnSpMkLst>
            <pc:docMk/>
            <pc:sldMk cId="967773156" sldId="303"/>
            <ac:cxnSpMk id="32" creationId="{EF24425E-15B0-853A-4816-AC74BD21DC38}"/>
          </ac:cxnSpMkLst>
        </pc:cxnChg>
        <pc:cxnChg chg="add del mod">
          <ac:chgData name="Parthum, Bryan" userId="0944d42a-0297-47b7-847f-b5cd4d2f087f" providerId="ADAL" clId="{92A14F0F-FE8D-4BFE-A478-C25F3FD077CB}" dt="2024-04-28T14:52:44.318" v="2889" actId="478"/>
          <ac:cxnSpMkLst>
            <pc:docMk/>
            <pc:sldMk cId="967773156" sldId="303"/>
            <ac:cxnSpMk id="33" creationId="{95D01E6B-F00A-5270-6263-845548DB00D2}"/>
          </ac:cxnSpMkLst>
        </pc:cxnChg>
        <pc:cxnChg chg="add del mod">
          <ac:chgData name="Parthum, Bryan" userId="0944d42a-0297-47b7-847f-b5cd4d2f087f" providerId="ADAL" clId="{92A14F0F-FE8D-4BFE-A478-C25F3FD077CB}" dt="2024-04-28T14:52:46.615" v="2890" actId="478"/>
          <ac:cxnSpMkLst>
            <pc:docMk/>
            <pc:sldMk cId="967773156" sldId="303"/>
            <ac:cxnSpMk id="34" creationId="{2D8095D4-32C7-D34B-56DC-B759F07B6BA7}"/>
          </ac:cxnSpMkLst>
        </pc:cxnChg>
      </pc:sldChg>
      <pc:sldChg chg="delSp modSp add mod">
        <pc:chgData name="Parthum, Bryan" userId="0944d42a-0297-47b7-847f-b5cd4d2f087f" providerId="ADAL" clId="{92A14F0F-FE8D-4BFE-A478-C25F3FD077CB}" dt="2024-04-28T14:53:22.305" v="2900" actId="478"/>
        <pc:sldMkLst>
          <pc:docMk/>
          <pc:sldMk cId="409231287" sldId="304"/>
        </pc:sldMkLst>
        <pc:spChg chg="del">
          <ac:chgData name="Parthum, Bryan" userId="0944d42a-0297-47b7-847f-b5cd4d2f087f" providerId="ADAL" clId="{92A14F0F-FE8D-4BFE-A478-C25F3FD077CB}" dt="2024-04-28T14:53:05.353" v="2894" actId="478"/>
          <ac:spMkLst>
            <pc:docMk/>
            <pc:sldMk cId="409231287" sldId="304"/>
            <ac:spMk id="36" creationId="{6CF2DCCD-71B5-6C06-9CFB-CFB20A68A627}"/>
          </ac:spMkLst>
        </pc:spChg>
        <pc:spChg chg="del mod">
          <ac:chgData name="Parthum, Bryan" userId="0944d42a-0297-47b7-847f-b5cd4d2f087f" providerId="ADAL" clId="{92A14F0F-FE8D-4BFE-A478-C25F3FD077CB}" dt="2024-04-28T14:53:19.550" v="2899" actId="478"/>
          <ac:spMkLst>
            <pc:docMk/>
            <pc:sldMk cId="409231287" sldId="304"/>
            <ac:spMk id="37" creationId="{468256CA-153E-4E8A-D378-7D8121AC5BCF}"/>
          </ac:spMkLst>
        </pc:spChg>
        <pc:spChg chg="del">
          <ac:chgData name="Parthum, Bryan" userId="0944d42a-0297-47b7-847f-b5cd4d2f087f" providerId="ADAL" clId="{92A14F0F-FE8D-4BFE-A478-C25F3FD077CB}" dt="2024-04-28T14:53:22.305" v="2900" actId="478"/>
          <ac:spMkLst>
            <pc:docMk/>
            <pc:sldMk cId="409231287" sldId="304"/>
            <ac:spMk id="38" creationId="{38FEA9FD-632D-8574-3BE6-3B4A3B366D1D}"/>
          </ac:spMkLst>
        </pc:spChg>
        <pc:cxnChg chg="del">
          <ac:chgData name="Parthum, Bryan" userId="0944d42a-0297-47b7-847f-b5cd4d2f087f" providerId="ADAL" clId="{92A14F0F-FE8D-4BFE-A478-C25F3FD077CB}" dt="2024-04-28T14:53:09.971" v="2896" actId="478"/>
          <ac:cxnSpMkLst>
            <pc:docMk/>
            <pc:sldMk cId="409231287" sldId="304"/>
            <ac:cxnSpMk id="32" creationId="{EF24425E-15B0-853A-4816-AC74BD21DC38}"/>
          </ac:cxnSpMkLst>
        </pc:cxnChg>
        <pc:cxnChg chg="del">
          <ac:chgData name="Parthum, Bryan" userId="0944d42a-0297-47b7-847f-b5cd4d2f087f" providerId="ADAL" clId="{92A14F0F-FE8D-4BFE-A478-C25F3FD077CB}" dt="2024-04-28T14:53:11.373" v="2897" actId="478"/>
          <ac:cxnSpMkLst>
            <pc:docMk/>
            <pc:sldMk cId="409231287" sldId="304"/>
            <ac:cxnSpMk id="33" creationId="{95D01E6B-F00A-5270-6263-845548DB00D2}"/>
          </ac:cxnSpMkLst>
        </pc:cxnChg>
        <pc:cxnChg chg="del">
          <ac:chgData name="Parthum, Bryan" userId="0944d42a-0297-47b7-847f-b5cd4d2f087f" providerId="ADAL" clId="{92A14F0F-FE8D-4BFE-A478-C25F3FD077CB}" dt="2024-04-28T14:53:07.782" v="2895" actId="478"/>
          <ac:cxnSpMkLst>
            <pc:docMk/>
            <pc:sldMk cId="409231287" sldId="304"/>
            <ac:cxnSpMk id="34" creationId="{2D8095D4-32C7-D34B-56DC-B759F07B6BA7}"/>
          </ac:cxnSpMkLst>
        </pc:cxnChg>
      </pc:sldChg>
      <pc:sldChg chg="delSp add mod">
        <pc:chgData name="Parthum, Bryan" userId="0944d42a-0297-47b7-847f-b5cd4d2f087f" providerId="ADAL" clId="{92A14F0F-FE8D-4BFE-A478-C25F3FD077CB}" dt="2024-04-28T14:53:42.606" v="2904" actId="478"/>
        <pc:sldMkLst>
          <pc:docMk/>
          <pc:sldMk cId="2836697504" sldId="305"/>
        </pc:sldMkLst>
        <pc:spChg chg="del">
          <ac:chgData name="Parthum, Bryan" userId="0944d42a-0297-47b7-847f-b5cd4d2f087f" providerId="ADAL" clId="{92A14F0F-FE8D-4BFE-A478-C25F3FD077CB}" dt="2024-04-28T14:53:36.049" v="2901" actId="478"/>
          <ac:spMkLst>
            <pc:docMk/>
            <pc:sldMk cId="2836697504" sldId="305"/>
            <ac:spMk id="37" creationId="{468256CA-153E-4E8A-D378-7D8121AC5BCF}"/>
          </ac:spMkLst>
        </pc:spChg>
        <pc:spChg chg="del">
          <ac:chgData name="Parthum, Bryan" userId="0944d42a-0297-47b7-847f-b5cd4d2f087f" providerId="ADAL" clId="{92A14F0F-FE8D-4BFE-A478-C25F3FD077CB}" dt="2024-04-28T14:53:42.606" v="2904" actId="478"/>
          <ac:spMkLst>
            <pc:docMk/>
            <pc:sldMk cId="2836697504" sldId="305"/>
            <ac:spMk id="38" creationId="{38FEA9FD-632D-8574-3BE6-3B4A3B366D1D}"/>
          </ac:spMkLst>
        </pc:spChg>
        <pc:cxnChg chg="del">
          <ac:chgData name="Parthum, Bryan" userId="0944d42a-0297-47b7-847f-b5cd4d2f087f" providerId="ADAL" clId="{92A14F0F-FE8D-4BFE-A478-C25F3FD077CB}" dt="2024-04-28T14:53:37.766" v="2902" actId="478"/>
          <ac:cxnSpMkLst>
            <pc:docMk/>
            <pc:sldMk cId="2836697504" sldId="305"/>
            <ac:cxnSpMk id="32" creationId="{EF24425E-15B0-853A-4816-AC74BD21DC38}"/>
          </ac:cxnSpMkLst>
        </pc:cxnChg>
        <pc:cxnChg chg="del">
          <ac:chgData name="Parthum, Bryan" userId="0944d42a-0297-47b7-847f-b5cd4d2f087f" providerId="ADAL" clId="{92A14F0F-FE8D-4BFE-A478-C25F3FD077CB}" dt="2024-04-28T14:53:39.642" v="2903" actId="478"/>
          <ac:cxnSpMkLst>
            <pc:docMk/>
            <pc:sldMk cId="2836697504" sldId="305"/>
            <ac:cxnSpMk id="33" creationId="{95D01E6B-F00A-5270-6263-845548DB00D2}"/>
          </ac:cxnSpMkLst>
        </pc:cxnChg>
      </pc:sldChg>
      <pc:sldChg chg="delSp add mod">
        <pc:chgData name="Parthum, Bryan" userId="0944d42a-0297-47b7-847f-b5cd4d2f087f" providerId="ADAL" clId="{92A14F0F-FE8D-4BFE-A478-C25F3FD077CB}" dt="2024-04-28T14:54:06.602" v="2906" actId="478"/>
        <pc:sldMkLst>
          <pc:docMk/>
          <pc:sldMk cId="3238925584" sldId="306"/>
        </pc:sldMkLst>
        <pc:spChg chg="del">
          <ac:chgData name="Parthum, Bryan" userId="0944d42a-0297-47b7-847f-b5cd4d2f087f" providerId="ADAL" clId="{92A14F0F-FE8D-4BFE-A478-C25F3FD077CB}" dt="2024-04-28T14:54:04.914" v="2905" actId="478"/>
          <ac:spMkLst>
            <pc:docMk/>
            <pc:sldMk cId="3238925584" sldId="306"/>
            <ac:spMk id="38" creationId="{38FEA9FD-632D-8574-3BE6-3B4A3B366D1D}"/>
          </ac:spMkLst>
        </pc:spChg>
        <pc:cxnChg chg="del">
          <ac:chgData name="Parthum, Bryan" userId="0944d42a-0297-47b7-847f-b5cd4d2f087f" providerId="ADAL" clId="{92A14F0F-FE8D-4BFE-A478-C25F3FD077CB}" dt="2024-04-28T14:54:06.602" v="2906" actId="478"/>
          <ac:cxnSpMkLst>
            <pc:docMk/>
            <pc:sldMk cId="3238925584" sldId="306"/>
            <ac:cxnSpMk id="33" creationId="{95D01E6B-F00A-5270-6263-845548DB00D2}"/>
          </ac:cxnSpMkLst>
        </pc:cxnChg>
      </pc:sldChg>
      <pc:sldChg chg="addSp delSp modSp add mod">
        <pc:chgData name="Parthum, Bryan" userId="0944d42a-0297-47b7-847f-b5cd4d2f087f" providerId="ADAL" clId="{92A14F0F-FE8D-4BFE-A478-C25F3FD077CB}" dt="2024-04-28T14:56:10.283" v="2950" actId="478"/>
        <pc:sldMkLst>
          <pc:docMk/>
          <pc:sldMk cId="2390558664" sldId="307"/>
        </pc:sldMkLst>
        <pc:spChg chg="add del mod">
          <ac:chgData name="Parthum, Bryan" userId="0944d42a-0297-47b7-847f-b5cd4d2f087f" providerId="ADAL" clId="{92A14F0F-FE8D-4BFE-A478-C25F3FD077CB}" dt="2024-04-28T14:56:10.283" v="2950" actId="478"/>
          <ac:spMkLst>
            <pc:docMk/>
            <pc:sldMk cId="2390558664" sldId="307"/>
            <ac:spMk id="5" creationId="{9585AA6B-7B3D-D82B-171C-292C8F7DE5B9}"/>
          </ac:spMkLst>
        </pc:spChg>
        <pc:cxnChg chg="add del mod">
          <ac:chgData name="Parthum, Bryan" userId="0944d42a-0297-47b7-847f-b5cd4d2f087f" providerId="ADAL" clId="{92A14F0F-FE8D-4BFE-A478-C25F3FD077CB}" dt="2024-04-28T14:56:07.560" v="2949" actId="478"/>
          <ac:cxnSpMkLst>
            <pc:docMk/>
            <pc:sldMk cId="2390558664" sldId="307"/>
            <ac:cxnSpMk id="4" creationId="{C2990B46-2BEF-B0B6-C9B1-5C09ABF299EB}"/>
          </ac:cxnSpMkLst>
        </pc:cxnChg>
      </pc:sldChg>
      <pc:sldChg chg="modSp add mod">
        <pc:chgData name="Parthum, Bryan" userId="0944d42a-0297-47b7-847f-b5cd4d2f087f" providerId="ADAL" clId="{92A14F0F-FE8D-4BFE-A478-C25F3FD077CB}" dt="2024-04-28T14:56:55.136" v="2955" actId="207"/>
        <pc:sldMkLst>
          <pc:docMk/>
          <pc:sldMk cId="3682933729" sldId="308"/>
        </pc:sldMkLst>
        <pc:spChg chg="mod">
          <ac:chgData name="Parthum, Bryan" userId="0944d42a-0297-47b7-847f-b5cd4d2f087f" providerId="ADAL" clId="{92A14F0F-FE8D-4BFE-A478-C25F3FD077CB}" dt="2024-04-28T14:56:55.136" v="2955" actId="207"/>
          <ac:spMkLst>
            <pc:docMk/>
            <pc:sldMk cId="3682933729" sldId="308"/>
            <ac:spMk id="5" creationId="{9585AA6B-7B3D-D82B-171C-292C8F7DE5B9}"/>
          </ac:spMkLst>
        </pc:spChg>
        <pc:cxnChg chg="mod">
          <ac:chgData name="Parthum, Bryan" userId="0944d42a-0297-47b7-847f-b5cd4d2f087f" providerId="ADAL" clId="{92A14F0F-FE8D-4BFE-A478-C25F3FD077CB}" dt="2024-04-28T14:56:37.483" v="2952" actId="1582"/>
          <ac:cxnSpMkLst>
            <pc:docMk/>
            <pc:sldMk cId="3682933729" sldId="308"/>
            <ac:cxnSpMk id="4" creationId="{C2990B46-2BEF-B0B6-C9B1-5C09ABF299EB}"/>
          </ac:cxnSpMkLst>
        </pc:cxnChg>
      </pc:sldChg>
      <pc:sldChg chg="add del">
        <pc:chgData name="Parthum, Bryan" userId="0944d42a-0297-47b7-847f-b5cd4d2f087f" providerId="ADAL" clId="{92A14F0F-FE8D-4BFE-A478-C25F3FD077CB}" dt="2024-04-28T15:12:59.871" v="2969" actId="47"/>
        <pc:sldMkLst>
          <pc:docMk/>
          <pc:sldMk cId="1724799499" sldId="309"/>
        </pc:sldMkLst>
      </pc:sldChg>
      <pc:sldChg chg="add">
        <pc:chgData name="Parthum, Bryan" userId="0944d42a-0297-47b7-847f-b5cd4d2f087f" providerId="ADAL" clId="{92A14F0F-FE8D-4BFE-A478-C25F3FD077CB}" dt="2024-04-28T15:13:04.468" v="2971" actId="2890"/>
        <pc:sldMkLst>
          <pc:docMk/>
          <pc:sldMk cId="2504814622" sldId="309"/>
        </pc:sldMkLst>
      </pc:sldChg>
      <pc:sldChg chg="addSp delSp modSp add mod setBg">
        <pc:chgData name="Parthum, Bryan" userId="0944d42a-0297-47b7-847f-b5cd4d2f087f" providerId="ADAL" clId="{92A14F0F-FE8D-4BFE-A478-C25F3FD077CB}" dt="2024-04-29T03:43:56.828" v="5098" actId="26606"/>
        <pc:sldMkLst>
          <pc:docMk/>
          <pc:sldMk cId="1050719619" sldId="310"/>
        </pc:sldMkLst>
        <pc:spChg chg="mod">
          <ac:chgData name="Parthum, Bryan" userId="0944d42a-0297-47b7-847f-b5cd4d2f087f" providerId="ADAL" clId="{92A14F0F-FE8D-4BFE-A478-C25F3FD077CB}" dt="2024-04-29T03:43:56.828" v="5098" actId="26606"/>
          <ac:spMkLst>
            <pc:docMk/>
            <pc:sldMk cId="1050719619" sldId="310"/>
            <ac:spMk id="2" creationId="{F412339D-4453-56D7-0149-F84D066C62D7}"/>
          </ac:spMkLst>
        </pc:spChg>
        <pc:spChg chg="del mod">
          <ac:chgData name="Parthum, Bryan" userId="0944d42a-0297-47b7-847f-b5cd4d2f087f" providerId="ADAL" clId="{92A14F0F-FE8D-4BFE-A478-C25F3FD077CB}" dt="2024-04-29T03:43:56.828" v="5098" actId="26606"/>
          <ac:spMkLst>
            <pc:docMk/>
            <pc:sldMk cId="1050719619" sldId="310"/>
            <ac:spMk id="3" creationId="{63AF6A60-8E4E-855B-0BFE-997BF706959D}"/>
          </ac:spMkLst>
        </pc:spChg>
        <pc:spChg chg="add">
          <ac:chgData name="Parthum, Bryan" userId="0944d42a-0297-47b7-847f-b5cd4d2f087f" providerId="ADAL" clId="{92A14F0F-FE8D-4BFE-A478-C25F3FD077CB}" dt="2024-04-29T03:43:56.828" v="5098" actId="26606"/>
          <ac:spMkLst>
            <pc:docMk/>
            <pc:sldMk cId="1050719619" sldId="310"/>
            <ac:spMk id="9" creationId="{BACC6370-2D7E-4714-9D71-7542949D7D5D}"/>
          </ac:spMkLst>
        </pc:spChg>
        <pc:spChg chg="add">
          <ac:chgData name="Parthum, Bryan" userId="0944d42a-0297-47b7-847f-b5cd4d2f087f" providerId="ADAL" clId="{92A14F0F-FE8D-4BFE-A478-C25F3FD077CB}" dt="2024-04-29T03:43:56.828" v="5098" actId="26606"/>
          <ac:spMkLst>
            <pc:docMk/>
            <pc:sldMk cId="1050719619" sldId="310"/>
            <ac:spMk id="11" creationId="{F68B3F68-107C-434F-AA38-110D5EA91B85}"/>
          </ac:spMkLst>
        </pc:spChg>
        <pc:spChg chg="add">
          <ac:chgData name="Parthum, Bryan" userId="0944d42a-0297-47b7-847f-b5cd4d2f087f" providerId="ADAL" clId="{92A14F0F-FE8D-4BFE-A478-C25F3FD077CB}" dt="2024-04-29T03:43:56.828" v="5098" actId="26606"/>
          <ac:spMkLst>
            <pc:docMk/>
            <pc:sldMk cId="1050719619" sldId="310"/>
            <ac:spMk id="13" creationId="{AAD0DBB9-1A4B-4391-81D4-CB19F9AB918A}"/>
          </ac:spMkLst>
        </pc:spChg>
        <pc:spChg chg="add">
          <ac:chgData name="Parthum, Bryan" userId="0944d42a-0297-47b7-847f-b5cd4d2f087f" providerId="ADAL" clId="{92A14F0F-FE8D-4BFE-A478-C25F3FD077CB}" dt="2024-04-29T03:43:56.828" v="5098" actId="26606"/>
          <ac:spMkLst>
            <pc:docMk/>
            <pc:sldMk cId="1050719619" sldId="310"/>
            <ac:spMk id="15" creationId="{063BBA22-50EA-4C4D-BE05-F1CE4E63AA56}"/>
          </ac:spMkLst>
        </pc:spChg>
        <pc:graphicFrameChg chg="add">
          <ac:chgData name="Parthum, Bryan" userId="0944d42a-0297-47b7-847f-b5cd4d2f087f" providerId="ADAL" clId="{92A14F0F-FE8D-4BFE-A478-C25F3FD077CB}" dt="2024-04-29T03:43:56.828" v="5098" actId="26606"/>
          <ac:graphicFrameMkLst>
            <pc:docMk/>
            <pc:sldMk cId="1050719619" sldId="310"/>
            <ac:graphicFrameMk id="5" creationId="{24E48863-BC2A-ACC1-0B22-CE2D1A6353BC}"/>
          </ac:graphicFrameMkLst>
        </pc:graphicFrameChg>
      </pc:sldChg>
      <pc:sldChg chg="modSp add del mod">
        <pc:chgData name="Parthum, Bryan" userId="0944d42a-0297-47b7-847f-b5cd4d2f087f" providerId="ADAL" clId="{92A14F0F-FE8D-4BFE-A478-C25F3FD077CB}" dt="2024-04-29T03:43:11.640" v="5084" actId="2696"/>
        <pc:sldMkLst>
          <pc:docMk/>
          <pc:sldMk cId="2280990865" sldId="311"/>
        </pc:sldMkLst>
        <pc:spChg chg="mod">
          <ac:chgData name="Parthum, Bryan" userId="0944d42a-0297-47b7-847f-b5cd4d2f087f" providerId="ADAL" clId="{92A14F0F-FE8D-4BFE-A478-C25F3FD077CB}" dt="2024-04-29T03:28:09.615" v="4523" actId="20577"/>
          <ac:spMkLst>
            <pc:docMk/>
            <pc:sldMk cId="2280990865" sldId="311"/>
            <ac:spMk id="3" creationId="{63AF6A60-8E4E-855B-0BFE-997BF706959D}"/>
          </ac:spMkLst>
        </pc:spChg>
      </pc:sldChg>
      <pc:sldChg chg="addSp delSp modSp add mod">
        <pc:chgData name="Parthum, Bryan" userId="0944d42a-0297-47b7-847f-b5cd4d2f087f" providerId="ADAL" clId="{92A14F0F-FE8D-4BFE-A478-C25F3FD077CB}" dt="2024-04-29T04:18:41.201" v="5389" actId="207"/>
        <pc:sldMkLst>
          <pc:docMk/>
          <pc:sldMk cId="2125071661" sldId="312"/>
        </pc:sldMkLst>
        <pc:spChg chg="mod">
          <ac:chgData name="Parthum, Bryan" userId="0944d42a-0297-47b7-847f-b5cd4d2f087f" providerId="ADAL" clId="{92A14F0F-FE8D-4BFE-A478-C25F3FD077CB}" dt="2024-04-29T04:18:41.201" v="5389" actId="207"/>
          <ac:spMkLst>
            <pc:docMk/>
            <pc:sldMk cId="2125071661" sldId="312"/>
            <ac:spMk id="3" creationId="{63AF6A60-8E4E-855B-0BFE-997BF706959D}"/>
          </ac:spMkLst>
        </pc:spChg>
        <pc:picChg chg="add del mod">
          <ac:chgData name="Parthum, Bryan" userId="0944d42a-0297-47b7-847f-b5cd4d2f087f" providerId="ADAL" clId="{92A14F0F-FE8D-4BFE-A478-C25F3FD077CB}" dt="2024-04-29T03:32:23.553" v="4908" actId="478"/>
          <ac:picMkLst>
            <pc:docMk/>
            <pc:sldMk cId="2125071661" sldId="312"/>
            <ac:picMk id="5" creationId="{7F7C7F95-56B3-F769-F137-78D657EAABB3}"/>
          </ac:picMkLst>
        </pc:picChg>
        <pc:picChg chg="add mod">
          <ac:chgData name="Parthum, Bryan" userId="0944d42a-0297-47b7-847f-b5cd4d2f087f" providerId="ADAL" clId="{92A14F0F-FE8D-4BFE-A478-C25F3FD077CB}" dt="2024-04-29T03:33:05.950" v="4913" actId="1076"/>
          <ac:picMkLst>
            <pc:docMk/>
            <pc:sldMk cId="2125071661" sldId="312"/>
            <ac:picMk id="2050" creationId="{A8F3DD7C-761A-D2C7-D41C-A306E6799480}"/>
          </ac:picMkLst>
        </pc:picChg>
      </pc:sldChg>
      <pc:sldChg chg="addSp delSp modSp add mod ord">
        <pc:chgData name="Parthum, Bryan" userId="0944d42a-0297-47b7-847f-b5cd4d2f087f" providerId="ADAL" clId="{92A14F0F-FE8D-4BFE-A478-C25F3FD077CB}" dt="2024-04-29T04:18:12.291" v="5385" actId="207"/>
        <pc:sldMkLst>
          <pc:docMk/>
          <pc:sldMk cId="2078809757" sldId="313"/>
        </pc:sldMkLst>
        <pc:spChg chg="mod">
          <ac:chgData name="Parthum, Bryan" userId="0944d42a-0297-47b7-847f-b5cd4d2f087f" providerId="ADAL" clId="{92A14F0F-FE8D-4BFE-A478-C25F3FD077CB}" dt="2024-04-29T04:18:12.291" v="5385" actId="207"/>
          <ac:spMkLst>
            <pc:docMk/>
            <pc:sldMk cId="2078809757" sldId="313"/>
            <ac:spMk id="3" creationId="{63AF6A60-8E4E-855B-0BFE-997BF706959D}"/>
          </ac:spMkLst>
        </pc:spChg>
        <pc:spChg chg="add del">
          <ac:chgData name="Parthum, Bryan" userId="0944d42a-0297-47b7-847f-b5cd4d2f087f" providerId="ADAL" clId="{92A14F0F-FE8D-4BFE-A478-C25F3FD077CB}" dt="2024-04-29T03:34:07.486" v="4915"/>
          <ac:spMkLst>
            <pc:docMk/>
            <pc:sldMk cId="2078809757" sldId="313"/>
            <ac:spMk id="4" creationId="{A5FC2995-7500-E457-A8AA-903B99496736}"/>
          </ac:spMkLst>
        </pc:spChg>
        <pc:picChg chg="add mod">
          <ac:chgData name="Parthum, Bryan" userId="0944d42a-0297-47b7-847f-b5cd4d2f087f" providerId="ADAL" clId="{92A14F0F-FE8D-4BFE-A478-C25F3FD077CB}" dt="2024-04-29T03:39:42.296" v="4978" actId="1076"/>
          <ac:picMkLst>
            <pc:docMk/>
            <pc:sldMk cId="2078809757" sldId="313"/>
            <ac:picMk id="5" creationId="{D9D922CC-A8DA-7D2E-5C00-9EAFB53898A1}"/>
          </ac:picMkLst>
        </pc:picChg>
        <pc:picChg chg="add mod">
          <ac:chgData name="Parthum, Bryan" userId="0944d42a-0297-47b7-847f-b5cd4d2f087f" providerId="ADAL" clId="{92A14F0F-FE8D-4BFE-A478-C25F3FD077CB}" dt="2024-04-29T03:40:30.576" v="4987" actId="1076"/>
          <ac:picMkLst>
            <pc:docMk/>
            <pc:sldMk cId="2078809757" sldId="313"/>
            <ac:picMk id="6" creationId="{842E9A49-1988-5016-C4F4-FDD6AEAA85AE}"/>
          </ac:picMkLst>
        </pc:picChg>
      </pc:sldChg>
      <pc:sldChg chg="addSp delSp modSp add mod setBg">
        <pc:chgData name="Parthum, Bryan" userId="0944d42a-0297-47b7-847f-b5cd4d2f087f" providerId="ADAL" clId="{92A14F0F-FE8D-4BFE-A478-C25F3FD077CB}" dt="2024-04-29T04:09:55.469" v="5311" actId="255"/>
        <pc:sldMkLst>
          <pc:docMk/>
          <pc:sldMk cId="3912370633" sldId="314"/>
        </pc:sldMkLst>
        <pc:spChg chg="mod">
          <ac:chgData name="Parthum, Bryan" userId="0944d42a-0297-47b7-847f-b5cd4d2f087f" providerId="ADAL" clId="{92A14F0F-FE8D-4BFE-A478-C25F3FD077CB}" dt="2024-04-29T04:09:55.469" v="5311" actId="255"/>
          <ac:spMkLst>
            <pc:docMk/>
            <pc:sldMk cId="3912370633" sldId="314"/>
            <ac:spMk id="2" creationId="{F412339D-4453-56D7-0149-F84D066C62D7}"/>
          </ac:spMkLst>
        </pc:spChg>
        <pc:spChg chg="mod">
          <ac:chgData name="Parthum, Bryan" userId="0944d42a-0297-47b7-847f-b5cd4d2f087f" providerId="ADAL" clId="{92A14F0F-FE8D-4BFE-A478-C25F3FD077CB}" dt="2024-04-29T04:09:27.060" v="5308" actId="14100"/>
          <ac:spMkLst>
            <pc:docMk/>
            <pc:sldMk cId="3912370633" sldId="314"/>
            <ac:spMk id="3" creationId="{63AF6A60-8E4E-855B-0BFE-997BF706959D}"/>
          </ac:spMkLst>
        </pc:spChg>
        <pc:spChg chg="add del">
          <ac:chgData name="Parthum, Bryan" userId="0944d42a-0297-47b7-847f-b5cd4d2f087f" providerId="ADAL" clId="{92A14F0F-FE8D-4BFE-A478-C25F3FD077CB}" dt="2024-04-29T04:08:28.156" v="5303" actId="26606"/>
          <ac:spMkLst>
            <pc:docMk/>
            <pc:sldMk cId="3912370633" sldId="314"/>
            <ac:spMk id="5126" creationId="{04812C46-200A-4DEB-A05E-3ED6C68C2387}"/>
          </ac:spMkLst>
        </pc:spChg>
        <pc:spChg chg="add del">
          <ac:chgData name="Parthum, Bryan" userId="0944d42a-0297-47b7-847f-b5cd4d2f087f" providerId="ADAL" clId="{92A14F0F-FE8D-4BFE-A478-C25F3FD077CB}" dt="2024-04-29T04:08:28.156" v="5303" actId="26606"/>
          <ac:spMkLst>
            <pc:docMk/>
            <pc:sldMk cId="3912370633" sldId="314"/>
            <ac:spMk id="5127" creationId="{D1EA859B-E555-4109-94F3-6700E046E008}"/>
          </ac:spMkLst>
        </pc:spChg>
        <pc:spChg chg="add">
          <ac:chgData name="Parthum, Bryan" userId="0944d42a-0297-47b7-847f-b5cd4d2f087f" providerId="ADAL" clId="{92A14F0F-FE8D-4BFE-A478-C25F3FD077CB}" dt="2024-04-29T04:08:34.540" v="5304" actId="26606"/>
          <ac:spMkLst>
            <pc:docMk/>
            <pc:sldMk cId="3912370633" sldId="314"/>
            <ac:spMk id="5128" creationId="{04812C46-200A-4DEB-A05E-3ED6C68C2387}"/>
          </ac:spMkLst>
        </pc:spChg>
        <pc:spChg chg="add del">
          <ac:chgData name="Parthum, Bryan" userId="0944d42a-0297-47b7-847f-b5cd4d2f087f" providerId="ADAL" clId="{92A14F0F-FE8D-4BFE-A478-C25F3FD077CB}" dt="2024-04-29T04:04:58.289" v="5188" actId="26606"/>
          <ac:spMkLst>
            <pc:docMk/>
            <pc:sldMk cId="3912370633" sldId="314"/>
            <ac:spMk id="5129" creationId="{9AA72BD9-2C5A-4EDC-931F-5AA08EACA0F3}"/>
          </ac:spMkLst>
        </pc:spChg>
        <pc:spChg chg="add">
          <ac:chgData name="Parthum, Bryan" userId="0944d42a-0297-47b7-847f-b5cd4d2f087f" providerId="ADAL" clId="{92A14F0F-FE8D-4BFE-A478-C25F3FD077CB}" dt="2024-04-29T04:08:34.540" v="5304" actId="26606"/>
          <ac:spMkLst>
            <pc:docMk/>
            <pc:sldMk cId="3912370633" sldId="314"/>
            <ac:spMk id="5130" creationId="{D1EA859B-E555-4109-94F3-6700E046E008}"/>
          </ac:spMkLst>
        </pc:spChg>
        <pc:spChg chg="add del">
          <ac:chgData name="Parthum, Bryan" userId="0944d42a-0297-47b7-847f-b5cd4d2f087f" providerId="ADAL" clId="{92A14F0F-FE8D-4BFE-A478-C25F3FD077CB}" dt="2024-04-29T04:04:58.289" v="5188" actId="26606"/>
          <ac:spMkLst>
            <pc:docMk/>
            <pc:sldMk cId="3912370633" sldId="314"/>
            <ac:spMk id="5131" creationId="{DD3981AC-7B61-4947-BCF3-F7AA7FA385B9}"/>
          </ac:spMkLst>
        </pc:spChg>
        <pc:spChg chg="add del">
          <ac:chgData name="Parthum, Bryan" userId="0944d42a-0297-47b7-847f-b5cd4d2f087f" providerId="ADAL" clId="{92A14F0F-FE8D-4BFE-A478-C25F3FD077CB}" dt="2024-04-29T04:04:58.289" v="5188" actId="26606"/>
          <ac:spMkLst>
            <pc:docMk/>
            <pc:sldMk cId="3912370633" sldId="314"/>
            <ac:spMk id="5133" creationId="{55D4142C-5077-457F-A6AD-3FECFDB39685}"/>
          </ac:spMkLst>
        </pc:spChg>
        <pc:spChg chg="add del">
          <ac:chgData name="Parthum, Bryan" userId="0944d42a-0297-47b7-847f-b5cd4d2f087f" providerId="ADAL" clId="{92A14F0F-FE8D-4BFE-A478-C25F3FD077CB}" dt="2024-04-29T04:04:58.289" v="5188" actId="26606"/>
          <ac:spMkLst>
            <pc:docMk/>
            <pc:sldMk cId="3912370633" sldId="314"/>
            <ac:spMk id="5135" creationId="{7A5F0580-5EE9-419F-96EE-B6529EF6E7D0}"/>
          </ac:spMkLst>
        </pc:spChg>
        <pc:picChg chg="add del">
          <ac:chgData name="Parthum, Bryan" userId="0944d42a-0297-47b7-847f-b5cd4d2f087f" providerId="ADAL" clId="{92A14F0F-FE8D-4BFE-A478-C25F3FD077CB}" dt="2024-04-29T04:04:37.339" v="5181"/>
          <ac:picMkLst>
            <pc:docMk/>
            <pc:sldMk cId="3912370633" sldId="314"/>
            <ac:picMk id="5122" creationId="{F7DF1BCB-CAD9-DA9B-A393-1DEF156555E1}"/>
          </ac:picMkLst>
        </pc:picChg>
        <pc:picChg chg="add mod ord">
          <ac:chgData name="Parthum, Bryan" userId="0944d42a-0297-47b7-847f-b5cd4d2f087f" providerId="ADAL" clId="{92A14F0F-FE8D-4BFE-A478-C25F3FD077CB}" dt="2024-04-29T04:09:05.664" v="5307" actId="1076"/>
          <ac:picMkLst>
            <pc:docMk/>
            <pc:sldMk cId="3912370633" sldId="314"/>
            <ac:picMk id="5124" creationId="{C7A51216-BA63-97B1-4B6A-FCFF7D6A6B69}"/>
          </ac:picMkLst>
        </pc:picChg>
      </pc:sldChg>
      <pc:sldChg chg="modSp add mod">
        <pc:chgData name="Parthum, Bryan" userId="0944d42a-0297-47b7-847f-b5cd4d2f087f" providerId="ADAL" clId="{92A14F0F-FE8D-4BFE-A478-C25F3FD077CB}" dt="2024-04-29T04:18:19.123" v="5386" actId="207"/>
        <pc:sldMkLst>
          <pc:docMk/>
          <pc:sldMk cId="3726566549" sldId="315"/>
        </pc:sldMkLst>
        <pc:spChg chg="mod">
          <ac:chgData name="Parthum, Bryan" userId="0944d42a-0297-47b7-847f-b5cd4d2f087f" providerId="ADAL" clId="{92A14F0F-FE8D-4BFE-A478-C25F3FD077CB}" dt="2024-04-29T04:18:19.123" v="5386" actId="207"/>
          <ac:spMkLst>
            <pc:docMk/>
            <pc:sldMk cId="3726566549" sldId="315"/>
            <ac:spMk id="3" creationId="{63AF6A60-8E4E-855B-0BFE-997BF706959D}"/>
          </ac:spMkLst>
        </pc:spChg>
      </pc:sldChg>
      <pc:sldChg chg="add del">
        <pc:chgData name="Parthum, Bryan" userId="0944d42a-0297-47b7-847f-b5cd4d2f087f" providerId="ADAL" clId="{92A14F0F-FE8D-4BFE-A478-C25F3FD077CB}" dt="2024-04-29T04:09:40.984" v="5310" actId="2696"/>
        <pc:sldMkLst>
          <pc:docMk/>
          <pc:sldMk cId="3803702333" sldId="315"/>
        </pc:sldMkLst>
      </pc:sldChg>
      <pc:sldChg chg="add">
        <pc:chgData name="Parthum, Bryan" userId="0944d42a-0297-47b7-847f-b5cd4d2f087f" providerId="ADAL" clId="{92A14F0F-FE8D-4BFE-A478-C25F3FD077CB}" dt="2024-04-29T04:17:58.196" v="5384" actId="2890"/>
        <pc:sldMkLst>
          <pc:docMk/>
          <pc:sldMk cId="65103950" sldId="316"/>
        </pc:sldMkLst>
      </pc:sldChg>
      <pc:sldChg chg="modSp add mod">
        <pc:chgData name="Parthum, Bryan" userId="0944d42a-0297-47b7-847f-b5cd4d2f087f" providerId="ADAL" clId="{92A14F0F-FE8D-4BFE-A478-C25F3FD077CB}" dt="2024-04-29T04:18:45.833" v="5390" actId="207"/>
        <pc:sldMkLst>
          <pc:docMk/>
          <pc:sldMk cId="2332541137" sldId="317"/>
        </pc:sldMkLst>
        <pc:spChg chg="mod">
          <ac:chgData name="Parthum, Bryan" userId="0944d42a-0297-47b7-847f-b5cd4d2f087f" providerId="ADAL" clId="{92A14F0F-FE8D-4BFE-A478-C25F3FD077CB}" dt="2024-04-29T04:18:45.833" v="5390" actId="207"/>
          <ac:spMkLst>
            <pc:docMk/>
            <pc:sldMk cId="2332541137" sldId="317"/>
            <ac:spMk id="3" creationId="{63AF6A60-8E4E-855B-0BFE-997BF706959D}"/>
          </ac:spMkLst>
        </pc:spChg>
      </pc:sldChg>
      <pc:sldChg chg="add">
        <pc:chgData name="Parthum, Bryan" userId="0944d42a-0297-47b7-847f-b5cd4d2f087f" providerId="ADAL" clId="{92A14F0F-FE8D-4BFE-A478-C25F3FD077CB}" dt="2024-04-29T04:18:35.105" v="5388" actId="2890"/>
        <pc:sldMkLst>
          <pc:docMk/>
          <pc:sldMk cId="4106075600" sldId="318"/>
        </pc:sldMkLst>
      </pc:sldChg>
    </pc:docChg>
  </pc:docChgLst>
  <pc:docChgLst>
    <pc:chgData name="Parthum, Bryan" userId="0944d42a-0297-47b7-847f-b5cd4d2f087f" providerId="ADAL" clId="{948B564D-0EC3-4C33-9E5F-37E144F4A5BA}"/>
    <pc:docChg chg="undo redo custSel addSld delSld modSld sldOrd">
      <pc:chgData name="Parthum, Bryan" userId="0944d42a-0297-47b7-847f-b5cd4d2f087f" providerId="ADAL" clId="{948B564D-0EC3-4C33-9E5F-37E144F4A5BA}" dt="2024-03-01T01:18:21.028" v="542" actId="20577"/>
      <pc:docMkLst>
        <pc:docMk/>
      </pc:docMkLst>
      <pc:sldChg chg="modSp mod">
        <pc:chgData name="Parthum, Bryan" userId="0944d42a-0297-47b7-847f-b5cd4d2f087f" providerId="ADAL" clId="{948B564D-0EC3-4C33-9E5F-37E144F4A5BA}" dt="2024-03-01T01:18:21.028" v="542" actId="20577"/>
        <pc:sldMkLst>
          <pc:docMk/>
          <pc:sldMk cId="4237476328" sldId="257"/>
        </pc:sldMkLst>
        <pc:spChg chg="mod">
          <ac:chgData name="Parthum, Bryan" userId="0944d42a-0297-47b7-847f-b5cd4d2f087f" providerId="ADAL" clId="{948B564D-0EC3-4C33-9E5F-37E144F4A5BA}" dt="2024-03-01T01:17:06.977" v="532" actId="20577"/>
          <ac:spMkLst>
            <pc:docMk/>
            <pc:sldMk cId="4237476328" sldId="257"/>
            <ac:spMk id="8" creationId="{9823A1C9-F430-1B74-E640-ED4343898FA3}"/>
          </ac:spMkLst>
        </pc:spChg>
        <pc:spChg chg="mod">
          <ac:chgData name="Parthum, Bryan" userId="0944d42a-0297-47b7-847f-b5cd4d2f087f" providerId="ADAL" clId="{948B564D-0EC3-4C33-9E5F-37E144F4A5BA}" dt="2024-03-01T01:18:21.028" v="542" actId="20577"/>
          <ac:spMkLst>
            <pc:docMk/>
            <pc:sldMk cId="4237476328" sldId="257"/>
            <ac:spMk id="9" creationId="{91B159A6-9AB5-CE2B-57DE-AFA7BB899F23}"/>
          </ac:spMkLst>
        </pc:spChg>
      </pc:sldChg>
      <pc:sldChg chg="modSp mod">
        <pc:chgData name="Parthum, Bryan" userId="0944d42a-0297-47b7-847f-b5cd4d2f087f" providerId="ADAL" clId="{948B564D-0EC3-4C33-9E5F-37E144F4A5BA}" dt="2024-03-01T01:13:08.175" v="453" actId="1076"/>
        <pc:sldMkLst>
          <pc:docMk/>
          <pc:sldMk cId="2745131060" sldId="259"/>
        </pc:sldMkLst>
        <pc:spChg chg="mod">
          <ac:chgData name="Parthum, Bryan" userId="0944d42a-0297-47b7-847f-b5cd4d2f087f" providerId="ADAL" clId="{948B564D-0EC3-4C33-9E5F-37E144F4A5BA}" dt="2024-03-01T01:13:08.175" v="453" actId="1076"/>
          <ac:spMkLst>
            <pc:docMk/>
            <pc:sldMk cId="2745131060" sldId="259"/>
            <ac:spMk id="6" creationId="{CCC51A1E-023B-5E2B-FE6D-9B59D66953F9}"/>
          </ac:spMkLst>
        </pc:spChg>
      </pc:sldChg>
      <pc:sldChg chg="addSp delSp modSp new mod ord">
        <pc:chgData name="Parthum, Bryan" userId="0944d42a-0297-47b7-847f-b5cd4d2f087f" providerId="ADAL" clId="{948B564D-0EC3-4C33-9E5F-37E144F4A5BA}" dt="2024-03-01T00:40:14.114" v="113" actId="14100"/>
        <pc:sldMkLst>
          <pc:docMk/>
          <pc:sldMk cId="4173521664" sldId="286"/>
        </pc:sldMkLst>
        <pc:spChg chg="del">
          <ac:chgData name="Parthum, Bryan" userId="0944d42a-0297-47b7-847f-b5cd4d2f087f" providerId="ADAL" clId="{948B564D-0EC3-4C33-9E5F-37E144F4A5BA}" dt="2024-03-01T00:35:08.135" v="9" actId="478"/>
          <ac:spMkLst>
            <pc:docMk/>
            <pc:sldMk cId="4173521664" sldId="286"/>
            <ac:spMk id="2" creationId="{B34A5F07-7CF6-7784-BB2B-8A4562E5B64A}"/>
          </ac:spMkLst>
        </pc:spChg>
        <pc:spChg chg="del">
          <ac:chgData name="Parthum, Bryan" userId="0944d42a-0297-47b7-847f-b5cd4d2f087f" providerId="ADAL" clId="{948B564D-0EC3-4C33-9E5F-37E144F4A5BA}" dt="2024-03-01T00:35:09.783" v="10" actId="478"/>
          <ac:spMkLst>
            <pc:docMk/>
            <pc:sldMk cId="4173521664" sldId="286"/>
            <ac:spMk id="3" creationId="{E91A74D9-BCEE-424C-E479-498F04DAC5B2}"/>
          </ac:spMkLst>
        </pc:spChg>
        <pc:spChg chg="add mod">
          <ac:chgData name="Parthum, Bryan" userId="0944d42a-0297-47b7-847f-b5cd4d2f087f" providerId="ADAL" clId="{948B564D-0EC3-4C33-9E5F-37E144F4A5BA}" dt="2024-03-01T00:40:14.114" v="113" actId="14100"/>
          <ac:spMkLst>
            <pc:docMk/>
            <pc:sldMk cId="4173521664" sldId="286"/>
            <ac:spMk id="4" creationId="{F42C0A2A-932D-2C13-D994-A2E98317F2EA}"/>
          </ac:spMkLst>
        </pc:spChg>
        <pc:spChg chg="add del">
          <ac:chgData name="Parthum, Bryan" userId="0944d42a-0297-47b7-847f-b5cd4d2f087f" providerId="ADAL" clId="{948B564D-0EC3-4C33-9E5F-37E144F4A5BA}" dt="2024-03-01T00:36:42.041" v="34"/>
          <ac:spMkLst>
            <pc:docMk/>
            <pc:sldMk cId="4173521664" sldId="286"/>
            <ac:spMk id="5" creationId="{EF76CC6B-1798-6FFD-9E64-2631E608BBCC}"/>
          </ac:spMkLst>
        </pc:spChg>
        <pc:spChg chg="add mod">
          <ac:chgData name="Parthum, Bryan" userId="0944d42a-0297-47b7-847f-b5cd4d2f087f" providerId="ADAL" clId="{948B564D-0EC3-4C33-9E5F-37E144F4A5BA}" dt="2024-03-01T00:37:37.940" v="95" actId="2711"/>
          <ac:spMkLst>
            <pc:docMk/>
            <pc:sldMk cId="4173521664" sldId="286"/>
            <ac:spMk id="6" creationId="{15C99120-8C9F-5287-FD25-715ABA698F4C}"/>
          </ac:spMkLst>
        </pc:spChg>
        <pc:spChg chg="add mod">
          <ac:chgData name="Parthum, Bryan" userId="0944d42a-0297-47b7-847f-b5cd4d2f087f" providerId="ADAL" clId="{948B564D-0EC3-4C33-9E5F-37E144F4A5BA}" dt="2024-03-01T00:40:04.991" v="110" actId="1076"/>
          <ac:spMkLst>
            <pc:docMk/>
            <pc:sldMk cId="4173521664" sldId="286"/>
            <ac:spMk id="10" creationId="{65B6B670-F976-5C52-D949-69B7BC924AF0}"/>
          </ac:spMkLst>
        </pc:spChg>
        <pc:picChg chg="add mod">
          <ac:chgData name="Parthum, Bryan" userId="0944d42a-0297-47b7-847f-b5cd4d2f087f" providerId="ADAL" clId="{948B564D-0EC3-4C33-9E5F-37E144F4A5BA}" dt="2024-03-01T00:40:10.612" v="112" actId="14100"/>
          <ac:picMkLst>
            <pc:docMk/>
            <pc:sldMk cId="4173521664" sldId="286"/>
            <ac:picMk id="8" creationId="{9292C470-D7CF-DC9D-8E93-99247F3CDE02}"/>
          </ac:picMkLst>
        </pc:picChg>
      </pc:sldChg>
      <pc:sldChg chg="addSp delSp modSp add mod">
        <pc:chgData name="Parthum, Bryan" userId="0944d42a-0297-47b7-847f-b5cd4d2f087f" providerId="ADAL" clId="{948B564D-0EC3-4C33-9E5F-37E144F4A5BA}" dt="2024-03-01T01:01:09.746" v="338" actId="207"/>
        <pc:sldMkLst>
          <pc:docMk/>
          <pc:sldMk cId="1294744407" sldId="287"/>
        </pc:sldMkLst>
        <pc:spChg chg="add del mod">
          <ac:chgData name="Parthum, Bryan" userId="0944d42a-0297-47b7-847f-b5cd4d2f087f" providerId="ADAL" clId="{948B564D-0EC3-4C33-9E5F-37E144F4A5BA}" dt="2024-03-01T00:44:16.877" v="154" actId="478"/>
          <ac:spMkLst>
            <pc:docMk/>
            <pc:sldMk cId="1294744407" sldId="287"/>
            <ac:spMk id="3" creationId="{1928B326-A3D8-CF63-6396-EB5F723C0A56}"/>
          </ac:spMkLst>
        </pc:spChg>
        <pc:spChg chg="add del mod">
          <ac:chgData name="Parthum, Bryan" userId="0944d42a-0297-47b7-847f-b5cd4d2f087f" providerId="ADAL" clId="{948B564D-0EC3-4C33-9E5F-37E144F4A5BA}" dt="2024-03-01T00:47:22.567" v="184" actId="478"/>
          <ac:spMkLst>
            <pc:docMk/>
            <pc:sldMk cId="1294744407" sldId="287"/>
            <ac:spMk id="5" creationId="{EBD2509E-9E9E-F96C-6B16-4DBC3CE12E7D}"/>
          </ac:spMkLst>
        </pc:spChg>
        <pc:spChg chg="add mod">
          <ac:chgData name="Parthum, Bryan" userId="0944d42a-0297-47b7-847f-b5cd4d2f087f" providerId="ADAL" clId="{948B564D-0EC3-4C33-9E5F-37E144F4A5BA}" dt="2024-03-01T01:00:54.947" v="336" actId="207"/>
          <ac:spMkLst>
            <pc:docMk/>
            <pc:sldMk cId="1294744407" sldId="287"/>
            <ac:spMk id="6" creationId="{76DE2E5E-880E-D93A-EB40-54E3FBAD05EF}"/>
          </ac:spMkLst>
        </pc:spChg>
        <pc:spChg chg="add mod">
          <ac:chgData name="Parthum, Bryan" userId="0944d42a-0297-47b7-847f-b5cd4d2f087f" providerId="ADAL" clId="{948B564D-0EC3-4C33-9E5F-37E144F4A5BA}" dt="2024-03-01T01:01:02.651" v="337" actId="207"/>
          <ac:spMkLst>
            <pc:docMk/>
            <pc:sldMk cId="1294744407" sldId="287"/>
            <ac:spMk id="7" creationId="{1F049BD6-4D59-227B-1FBC-A4BA9C2DD8CF}"/>
          </ac:spMkLst>
        </pc:spChg>
        <pc:spChg chg="add mod">
          <ac:chgData name="Parthum, Bryan" userId="0944d42a-0297-47b7-847f-b5cd4d2f087f" providerId="ADAL" clId="{948B564D-0EC3-4C33-9E5F-37E144F4A5BA}" dt="2024-03-01T00:56:57.415" v="300" actId="1076"/>
          <ac:spMkLst>
            <pc:docMk/>
            <pc:sldMk cId="1294744407" sldId="287"/>
            <ac:spMk id="8" creationId="{EC1996BC-5EF9-6D77-0CB1-D1729CE01652}"/>
          </ac:spMkLst>
        </pc:spChg>
        <pc:spChg chg="add mod">
          <ac:chgData name="Parthum, Bryan" userId="0944d42a-0297-47b7-847f-b5cd4d2f087f" providerId="ADAL" clId="{948B564D-0EC3-4C33-9E5F-37E144F4A5BA}" dt="2024-03-01T01:01:09.746" v="338" actId="207"/>
          <ac:spMkLst>
            <pc:docMk/>
            <pc:sldMk cId="1294744407" sldId="287"/>
            <ac:spMk id="10" creationId="{8C08DA90-2563-D37F-8E1C-5B22D38464B0}"/>
          </ac:spMkLst>
        </pc:spChg>
      </pc:sldChg>
      <pc:sldChg chg="new del">
        <pc:chgData name="Parthum, Bryan" userId="0944d42a-0297-47b7-847f-b5cd4d2f087f" providerId="ADAL" clId="{948B564D-0EC3-4C33-9E5F-37E144F4A5BA}" dt="2024-03-01T00:35:04.130" v="8" actId="680"/>
        <pc:sldMkLst>
          <pc:docMk/>
          <pc:sldMk cId="4187844333" sldId="287"/>
        </pc:sldMkLst>
      </pc:sldChg>
      <pc:sldChg chg="addSp modSp add mod">
        <pc:chgData name="Parthum, Bryan" userId="0944d42a-0297-47b7-847f-b5cd4d2f087f" providerId="ADAL" clId="{948B564D-0EC3-4C33-9E5F-37E144F4A5BA}" dt="2024-03-01T00:56:51.123" v="299" actId="1076"/>
        <pc:sldMkLst>
          <pc:docMk/>
          <pc:sldMk cId="476245737" sldId="288"/>
        </pc:sldMkLst>
        <pc:spChg chg="add mod">
          <ac:chgData name="Parthum, Bryan" userId="0944d42a-0297-47b7-847f-b5cd4d2f087f" providerId="ADAL" clId="{948B564D-0EC3-4C33-9E5F-37E144F4A5BA}" dt="2024-03-01T00:55:47.443" v="276" actId="1076"/>
          <ac:spMkLst>
            <pc:docMk/>
            <pc:sldMk cId="476245737" sldId="288"/>
            <ac:spMk id="2" creationId="{99C41B5D-5D66-1CA3-8680-4F8841FB0143}"/>
          </ac:spMkLst>
        </pc:spChg>
        <pc:spChg chg="add mod">
          <ac:chgData name="Parthum, Bryan" userId="0944d42a-0297-47b7-847f-b5cd4d2f087f" providerId="ADAL" clId="{948B564D-0EC3-4C33-9E5F-37E144F4A5BA}" dt="2024-03-01T00:56:51.123" v="299" actId="1076"/>
          <ac:spMkLst>
            <pc:docMk/>
            <pc:sldMk cId="476245737" sldId="288"/>
            <ac:spMk id="5" creationId="{54F609A3-D931-1347-C4CE-D86C05EA62C2}"/>
          </ac:spMkLst>
        </pc:spChg>
        <pc:picChg chg="add mod">
          <ac:chgData name="Parthum, Bryan" userId="0944d42a-0297-47b7-847f-b5cd4d2f087f" providerId="ADAL" clId="{948B564D-0EC3-4C33-9E5F-37E144F4A5BA}" dt="2024-03-01T00:55:59.763" v="279" actId="1076"/>
          <ac:picMkLst>
            <pc:docMk/>
            <pc:sldMk cId="476245737" sldId="288"/>
            <ac:picMk id="4" creationId="{88F04C1B-C32B-5516-D4CC-11BCE8925282}"/>
          </ac:picMkLst>
        </pc:picChg>
      </pc:sldChg>
      <pc:sldChg chg="new del">
        <pc:chgData name="Parthum, Bryan" userId="0944d42a-0297-47b7-847f-b5cd4d2f087f" providerId="ADAL" clId="{948B564D-0EC3-4C33-9E5F-37E144F4A5BA}" dt="2024-03-01T00:35:03.390" v="7" actId="680"/>
        <pc:sldMkLst>
          <pc:docMk/>
          <pc:sldMk cId="606660792" sldId="288"/>
        </pc:sldMkLst>
      </pc:sldChg>
      <pc:sldChg chg="addSp delSp modSp add mod">
        <pc:chgData name="Parthum, Bryan" userId="0944d42a-0297-47b7-847f-b5cd4d2f087f" providerId="ADAL" clId="{948B564D-0EC3-4C33-9E5F-37E144F4A5BA}" dt="2024-03-01T00:44:08.318" v="153" actId="478"/>
        <pc:sldMkLst>
          <pc:docMk/>
          <pc:sldMk cId="494717527" sldId="289"/>
        </pc:sldMkLst>
        <pc:spChg chg="add mod">
          <ac:chgData name="Parthum, Bryan" userId="0944d42a-0297-47b7-847f-b5cd4d2f087f" providerId="ADAL" clId="{948B564D-0EC3-4C33-9E5F-37E144F4A5BA}" dt="2024-03-01T00:43:49.770" v="150" actId="1076"/>
          <ac:spMkLst>
            <pc:docMk/>
            <pc:sldMk cId="494717527" sldId="289"/>
            <ac:spMk id="2" creationId="{AE0386B8-692B-0200-EE88-367DEAE90A15}"/>
          </ac:spMkLst>
        </pc:spChg>
        <pc:spChg chg="add del mod">
          <ac:chgData name="Parthum, Bryan" userId="0944d42a-0297-47b7-847f-b5cd4d2f087f" providerId="ADAL" clId="{948B564D-0EC3-4C33-9E5F-37E144F4A5BA}" dt="2024-03-01T00:43:57.245" v="151" actId="1076"/>
          <ac:spMkLst>
            <pc:docMk/>
            <pc:sldMk cId="494717527" sldId="289"/>
            <ac:spMk id="4" creationId="{F42C0A2A-932D-2C13-D994-A2E98317F2EA}"/>
          </ac:spMkLst>
        </pc:spChg>
        <pc:spChg chg="mod">
          <ac:chgData name="Parthum, Bryan" userId="0944d42a-0297-47b7-847f-b5cd4d2f087f" providerId="ADAL" clId="{948B564D-0EC3-4C33-9E5F-37E144F4A5BA}" dt="2024-03-01T00:44:03.699" v="152" actId="1076"/>
          <ac:spMkLst>
            <pc:docMk/>
            <pc:sldMk cId="494717527" sldId="289"/>
            <ac:spMk id="6" creationId="{15C99120-8C9F-5287-FD25-715ABA698F4C}"/>
          </ac:spMkLst>
        </pc:spChg>
        <pc:spChg chg="del mod">
          <ac:chgData name="Parthum, Bryan" userId="0944d42a-0297-47b7-847f-b5cd4d2f087f" providerId="ADAL" clId="{948B564D-0EC3-4C33-9E5F-37E144F4A5BA}" dt="2024-03-01T00:44:08.318" v="153" actId="478"/>
          <ac:spMkLst>
            <pc:docMk/>
            <pc:sldMk cId="494717527" sldId="289"/>
            <ac:spMk id="10" creationId="{65B6B670-F976-5C52-D949-69B7BC924AF0}"/>
          </ac:spMkLst>
        </pc:spChg>
        <pc:picChg chg="del">
          <ac:chgData name="Parthum, Bryan" userId="0944d42a-0297-47b7-847f-b5cd4d2f087f" providerId="ADAL" clId="{948B564D-0EC3-4C33-9E5F-37E144F4A5BA}" dt="2024-03-01T00:42:01.206" v="118" actId="478"/>
          <ac:picMkLst>
            <pc:docMk/>
            <pc:sldMk cId="494717527" sldId="289"/>
            <ac:picMk id="8" creationId="{9292C470-D7CF-DC9D-8E93-99247F3CDE02}"/>
          </ac:picMkLst>
        </pc:picChg>
      </pc:sldChg>
      <pc:sldChg chg="new del">
        <pc:chgData name="Parthum, Bryan" userId="0944d42a-0297-47b7-847f-b5cd4d2f087f" providerId="ADAL" clId="{948B564D-0EC3-4C33-9E5F-37E144F4A5BA}" dt="2024-03-01T00:35:02.668" v="6" actId="680"/>
        <pc:sldMkLst>
          <pc:docMk/>
          <pc:sldMk cId="590261818" sldId="289"/>
        </pc:sldMkLst>
      </pc:sldChg>
      <pc:sldChg chg="delSp modSp add mod">
        <pc:chgData name="Parthum, Bryan" userId="0944d42a-0297-47b7-847f-b5cd4d2f087f" providerId="ADAL" clId="{948B564D-0EC3-4C33-9E5F-37E144F4A5BA}" dt="2024-03-01T00:47:59.575" v="216" actId="113"/>
        <pc:sldMkLst>
          <pc:docMk/>
          <pc:sldMk cId="4087383778" sldId="290"/>
        </pc:sldMkLst>
        <pc:spChg chg="del">
          <ac:chgData name="Parthum, Bryan" userId="0944d42a-0297-47b7-847f-b5cd4d2f087f" providerId="ADAL" clId="{948B564D-0EC3-4C33-9E5F-37E144F4A5BA}" dt="2024-03-01T00:46:27.181" v="172" actId="478"/>
          <ac:spMkLst>
            <pc:docMk/>
            <pc:sldMk cId="4087383778" sldId="290"/>
            <ac:spMk id="2" creationId="{AE0386B8-692B-0200-EE88-367DEAE90A15}"/>
          </ac:spMkLst>
        </pc:spChg>
        <pc:spChg chg="mod">
          <ac:chgData name="Parthum, Bryan" userId="0944d42a-0297-47b7-847f-b5cd4d2f087f" providerId="ADAL" clId="{948B564D-0EC3-4C33-9E5F-37E144F4A5BA}" dt="2024-03-01T00:47:59.575" v="216" actId="113"/>
          <ac:spMkLst>
            <pc:docMk/>
            <pc:sldMk cId="4087383778" sldId="290"/>
            <ac:spMk id="4" creationId="{F42C0A2A-932D-2C13-D994-A2E98317F2EA}"/>
          </ac:spMkLst>
        </pc:spChg>
        <pc:spChg chg="mod">
          <ac:chgData name="Parthum, Bryan" userId="0944d42a-0297-47b7-847f-b5cd4d2f087f" providerId="ADAL" clId="{948B564D-0EC3-4C33-9E5F-37E144F4A5BA}" dt="2024-03-01T00:46:40.711" v="174" actId="2711"/>
          <ac:spMkLst>
            <pc:docMk/>
            <pc:sldMk cId="4087383778" sldId="290"/>
            <ac:spMk id="6" creationId="{15C99120-8C9F-5287-FD25-715ABA698F4C}"/>
          </ac:spMkLst>
        </pc:spChg>
      </pc:sldChg>
      <pc:sldChg chg="addSp delSp modSp add mod">
        <pc:chgData name="Parthum, Bryan" userId="0944d42a-0297-47b7-847f-b5cd4d2f087f" providerId="ADAL" clId="{948B564D-0EC3-4C33-9E5F-37E144F4A5BA}" dt="2024-03-01T00:52:05.331" v="231" actId="1076"/>
        <pc:sldMkLst>
          <pc:docMk/>
          <pc:sldMk cId="2186020222" sldId="291"/>
        </pc:sldMkLst>
        <pc:spChg chg="del">
          <ac:chgData name="Parthum, Bryan" userId="0944d42a-0297-47b7-847f-b5cd4d2f087f" providerId="ADAL" clId="{948B564D-0EC3-4C33-9E5F-37E144F4A5BA}" dt="2024-03-01T00:47:54.048" v="215" actId="478"/>
          <ac:spMkLst>
            <pc:docMk/>
            <pc:sldMk cId="2186020222" sldId="291"/>
            <ac:spMk id="4" creationId="{F42C0A2A-932D-2C13-D994-A2E98317F2EA}"/>
          </ac:spMkLst>
        </pc:spChg>
        <pc:spChg chg="mod">
          <ac:chgData name="Parthum, Bryan" userId="0944d42a-0297-47b7-847f-b5cd4d2f087f" providerId="ADAL" clId="{948B564D-0EC3-4C33-9E5F-37E144F4A5BA}" dt="2024-03-01T00:51:56.012" v="228" actId="1076"/>
          <ac:spMkLst>
            <pc:docMk/>
            <pc:sldMk cId="2186020222" sldId="291"/>
            <ac:spMk id="6" creationId="{15C99120-8C9F-5287-FD25-715ABA698F4C}"/>
          </ac:spMkLst>
        </pc:spChg>
        <pc:picChg chg="add del mod">
          <ac:chgData name="Parthum, Bryan" userId="0944d42a-0297-47b7-847f-b5cd4d2f087f" providerId="ADAL" clId="{948B564D-0EC3-4C33-9E5F-37E144F4A5BA}" dt="2024-03-01T00:49:34.655" v="218" actId="478"/>
          <ac:picMkLst>
            <pc:docMk/>
            <pc:sldMk cId="2186020222" sldId="291"/>
            <ac:picMk id="3" creationId="{8CBD840C-39B6-8825-F843-BF206590A91C}"/>
          </ac:picMkLst>
        </pc:picChg>
        <pc:picChg chg="add mod">
          <ac:chgData name="Parthum, Bryan" userId="0944d42a-0297-47b7-847f-b5cd4d2f087f" providerId="ADAL" clId="{948B564D-0EC3-4C33-9E5F-37E144F4A5BA}" dt="2024-03-01T00:52:05.331" v="231" actId="1076"/>
          <ac:picMkLst>
            <pc:docMk/>
            <pc:sldMk cId="2186020222" sldId="291"/>
            <ac:picMk id="5" creationId="{9A890F15-F83E-3EBC-0F05-5507D9656CB1}"/>
          </ac:picMkLst>
        </pc:picChg>
      </pc:sldChg>
      <pc:sldChg chg="addSp delSp modSp add mod">
        <pc:chgData name="Parthum, Bryan" userId="0944d42a-0297-47b7-847f-b5cd4d2f087f" providerId="ADAL" clId="{948B564D-0EC3-4C33-9E5F-37E144F4A5BA}" dt="2024-03-01T01:08:33.102" v="383" actId="1076"/>
        <pc:sldMkLst>
          <pc:docMk/>
          <pc:sldMk cId="578538191" sldId="292"/>
        </pc:sldMkLst>
        <pc:spChg chg="del">
          <ac:chgData name="Parthum, Bryan" userId="0944d42a-0297-47b7-847f-b5cd4d2f087f" providerId="ADAL" clId="{948B564D-0EC3-4C33-9E5F-37E144F4A5BA}" dt="2024-03-01T01:06:33.408" v="342" actId="478"/>
          <ac:spMkLst>
            <pc:docMk/>
            <pc:sldMk cId="578538191" sldId="292"/>
            <ac:spMk id="2" creationId="{99C41B5D-5D66-1CA3-8680-4F8841FB0143}"/>
          </ac:spMkLst>
        </pc:spChg>
        <pc:spChg chg="mod">
          <ac:chgData name="Parthum, Bryan" userId="0944d42a-0297-47b7-847f-b5cd4d2f087f" providerId="ADAL" clId="{948B564D-0EC3-4C33-9E5F-37E144F4A5BA}" dt="2024-03-01T01:07:11.059" v="370" actId="20577"/>
          <ac:spMkLst>
            <pc:docMk/>
            <pc:sldMk cId="578538191" sldId="292"/>
            <ac:spMk id="5" creationId="{54F609A3-D931-1347-C4CE-D86C05EA62C2}"/>
          </ac:spMkLst>
        </pc:spChg>
        <pc:spChg chg="add del mod">
          <ac:chgData name="Parthum, Bryan" userId="0944d42a-0297-47b7-847f-b5cd4d2f087f" providerId="ADAL" clId="{948B564D-0EC3-4C33-9E5F-37E144F4A5BA}" dt="2024-03-01T01:06:35.308" v="343" actId="478"/>
          <ac:spMkLst>
            <pc:docMk/>
            <pc:sldMk cId="578538191" sldId="292"/>
            <ac:spMk id="6" creationId="{5B7A7EB6-CDF5-31A3-793C-C2871B001841}"/>
          </ac:spMkLst>
        </pc:spChg>
        <pc:picChg chg="del">
          <ac:chgData name="Parthum, Bryan" userId="0944d42a-0297-47b7-847f-b5cd4d2f087f" providerId="ADAL" clId="{948B564D-0EC3-4C33-9E5F-37E144F4A5BA}" dt="2024-03-01T01:01:57.855" v="341" actId="478"/>
          <ac:picMkLst>
            <pc:docMk/>
            <pc:sldMk cId="578538191" sldId="292"/>
            <ac:picMk id="4" creationId="{88F04C1B-C32B-5516-D4CC-11BCE8925282}"/>
          </ac:picMkLst>
        </pc:picChg>
        <pc:picChg chg="add del mod">
          <ac:chgData name="Parthum, Bryan" userId="0944d42a-0297-47b7-847f-b5cd4d2f087f" providerId="ADAL" clId="{948B564D-0EC3-4C33-9E5F-37E144F4A5BA}" dt="2024-03-01T01:07:26.626" v="372" actId="478"/>
          <ac:picMkLst>
            <pc:docMk/>
            <pc:sldMk cId="578538191" sldId="292"/>
            <ac:picMk id="8" creationId="{FB6C57ED-9F6A-7A7F-A5B3-F43990D7F707}"/>
          </ac:picMkLst>
        </pc:picChg>
        <pc:picChg chg="add mod modCrop">
          <ac:chgData name="Parthum, Bryan" userId="0944d42a-0297-47b7-847f-b5cd4d2f087f" providerId="ADAL" clId="{948B564D-0EC3-4C33-9E5F-37E144F4A5BA}" dt="2024-03-01T01:08:33.102" v="383" actId="1076"/>
          <ac:picMkLst>
            <pc:docMk/>
            <pc:sldMk cId="578538191" sldId="292"/>
            <ac:picMk id="10" creationId="{8BFEF4DA-BFF2-FE1D-30B8-48EB864B245F}"/>
          </ac:picMkLst>
        </pc:picChg>
      </pc:sldChg>
      <pc:sldChg chg="addSp delSp modSp add del mod">
        <pc:chgData name="Parthum, Bryan" userId="0944d42a-0297-47b7-847f-b5cd4d2f087f" providerId="ADAL" clId="{948B564D-0EC3-4C33-9E5F-37E144F4A5BA}" dt="2024-03-01T01:01:51.485" v="339" actId="2696"/>
        <pc:sldMkLst>
          <pc:docMk/>
          <pc:sldMk cId="3374881858" sldId="292"/>
        </pc:sldMkLst>
        <pc:spChg chg="del">
          <ac:chgData name="Parthum, Bryan" userId="0944d42a-0297-47b7-847f-b5cd4d2f087f" providerId="ADAL" clId="{948B564D-0EC3-4C33-9E5F-37E144F4A5BA}" dt="2024-03-01T00:57:51.353" v="303" actId="478"/>
          <ac:spMkLst>
            <pc:docMk/>
            <pc:sldMk cId="3374881858" sldId="292"/>
            <ac:spMk id="2" creationId="{99C41B5D-5D66-1CA3-8680-4F8841FB0143}"/>
          </ac:spMkLst>
        </pc:spChg>
        <pc:spChg chg="add del mod">
          <ac:chgData name="Parthum, Bryan" userId="0944d42a-0297-47b7-847f-b5cd4d2f087f" providerId="ADAL" clId="{948B564D-0EC3-4C33-9E5F-37E144F4A5BA}" dt="2024-03-01T00:57:53.508" v="305" actId="478"/>
          <ac:spMkLst>
            <pc:docMk/>
            <pc:sldMk cId="3374881858" sldId="292"/>
            <ac:spMk id="6" creationId="{75D0A5C1-0C2F-E5AC-6133-E1C53D1A2B86}"/>
          </ac:spMkLst>
        </pc:spChg>
        <pc:spChg chg="add mod">
          <ac:chgData name="Parthum, Bryan" userId="0944d42a-0297-47b7-847f-b5cd4d2f087f" providerId="ADAL" clId="{948B564D-0EC3-4C33-9E5F-37E144F4A5BA}" dt="2024-03-01T00:58:02.514" v="307" actId="1076"/>
          <ac:spMkLst>
            <pc:docMk/>
            <pc:sldMk cId="3374881858" sldId="292"/>
            <ac:spMk id="7" creationId="{D23AD61B-48AD-0872-25EC-77701C517BB7}"/>
          </ac:spMkLst>
        </pc:spChg>
        <pc:picChg chg="del">
          <ac:chgData name="Parthum, Bryan" userId="0944d42a-0297-47b7-847f-b5cd4d2f087f" providerId="ADAL" clId="{948B564D-0EC3-4C33-9E5F-37E144F4A5BA}" dt="2024-03-01T00:57:48.490" v="302" actId="478"/>
          <ac:picMkLst>
            <pc:docMk/>
            <pc:sldMk cId="3374881858" sldId="292"/>
            <ac:picMk id="4" creationId="{88F04C1B-C32B-5516-D4CC-11BCE8925282}"/>
          </ac:picMkLst>
        </pc:picChg>
      </pc:sldChg>
      <pc:sldChg chg="addSp delSp modSp add mod">
        <pc:chgData name="Parthum, Bryan" userId="0944d42a-0297-47b7-847f-b5cd4d2f087f" providerId="ADAL" clId="{948B564D-0EC3-4C33-9E5F-37E144F4A5BA}" dt="2024-03-01T01:10:38.198" v="394" actId="1076"/>
        <pc:sldMkLst>
          <pc:docMk/>
          <pc:sldMk cId="4258477446" sldId="293"/>
        </pc:sldMkLst>
        <pc:spChg chg="add del">
          <ac:chgData name="Parthum, Bryan" userId="0944d42a-0297-47b7-847f-b5cd4d2f087f" providerId="ADAL" clId="{948B564D-0EC3-4C33-9E5F-37E144F4A5BA}" dt="2024-03-01T01:09:24.398" v="386" actId="22"/>
          <ac:spMkLst>
            <pc:docMk/>
            <pc:sldMk cId="4258477446" sldId="293"/>
            <ac:spMk id="3" creationId="{0CC22881-690C-D52B-2BA5-CD7B5A1630BF}"/>
          </ac:spMkLst>
        </pc:spChg>
        <pc:spChg chg="mod">
          <ac:chgData name="Parthum, Bryan" userId="0944d42a-0297-47b7-847f-b5cd4d2f087f" providerId="ADAL" clId="{948B564D-0EC3-4C33-9E5F-37E144F4A5BA}" dt="2024-03-01T01:10:02.837" v="392" actId="1076"/>
          <ac:spMkLst>
            <pc:docMk/>
            <pc:sldMk cId="4258477446" sldId="293"/>
            <ac:spMk id="5" creationId="{54F609A3-D931-1347-C4CE-D86C05EA62C2}"/>
          </ac:spMkLst>
        </pc:spChg>
        <pc:picChg chg="add mod">
          <ac:chgData name="Parthum, Bryan" userId="0944d42a-0297-47b7-847f-b5cd4d2f087f" providerId="ADAL" clId="{948B564D-0EC3-4C33-9E5F-37E144F4A5BA}" dt="2024-03-01T01:10:38.198" v="394" actId="1076"/>
          <ac:picMkLst>
            <pc:docMk/>
            <pc:sldMk cId="4258477446" sldId="293"/>
            <ac:picMk id="6" creationId="{FB49FC7E-DC68-BBC2-CBDC-67011AC4D8F1}"/>
          </ac:picMkLst>
        </pc:picChg>
        <pc:picChg chg="del">
          <ac:chgData name="Parthum, Bryan" userId="0944d42a-0297-47b7-847f-b5cd4d2f087f" providerId="ADAL" clId="{948B564D-0EC3-4C33-9E5F-37E144F4A5BA}" dt="2024-03-01T01:08:37.375" v="384" actId="478"/>
          <ac:picMkLst>
            <pc:docMk/>
            <pc:sldMk cId="4258477446" sldId="293"/>
            <ac:picMk id="10" creationId="{8BFEF4DA-BFF2-FE1D-30B8-48EB864B245F}"/>
          </ac:picMkLst>
        </pc:picChg>
      </pc:sldChg>
      <pc:sldChg chg="addSp delSp modSp add mod">
        <pc:chgData name="Parthum, Bryan" userId="0944d42a-0297-47b7-847f-b5cd4d2f087f" providerId="ADAL" clId="{948B564D-0EC3-4C33-9E5F-37E144F4A5BA}" dt="2024-03-01T01:15:02.256" v="499" actId="1076"/>
        <pc:sldMkLst>
          <pc:docMk/>
          <pc:sldMk cId="2070444898" sldId="294"/>
        </pc:sldMkLst>
        <pc:spChg chg="mod">
          <ac:chgData name="Parthum, Bryan" userId="0944d42a-0297-47b7-847f-b5cd4d2f087f" providerId="ADAL" clId="{948B564D-0EC3-4C33-9E5F-37E144F4A5BA}" dt="2024-03-01T01:14:42.835" v="493" actId="20577"/>
          <ac:spMkLst>
            <pc:docMk/>
            <pc:sldMk cId="2070444898" sldId="294"/>
            <ac:spMk id="5" creationId="{54F609A3-D931-1347-C4CE-D86C05EA62C2}"/>
          </ac:spMkLst>
        </pc:spChg>
        <pc:picChg chg="add mod">
          <ac:chgData name="Parthum, Bryan" userId="0944d42a-0297-47b7-847f-b5cd4d2f087f" providerId="ADAL" clId="{948B564D-0EC3-4C33-9E5F-37E144F4A5BA}" dt="2024-03-01T01:15:02.256" v="499" actId="1076"/>
          <ac:picMkLst>
            <pc:docMk/>
            <pc:sldMk cId="2070444898" sldId="294"/>
            <ac:picMk id="3" creationId="{38F91832-A88D-7736-AAAF-7CE354002829}"/>
          </ac:picMkLst>
        </pc:picChg>
        <pc:picChg chg="del">
          <ac:chgData name="Parthum, Bryan" userId="0944d42a-0297-47b7-847f-b5cd4d2f087f" providerId="ADAL" clId="{948B564D-0EC3-4C33-9E5F-37E144F4A5BA}" dt="2024-03-01T01:14:45.583" v="494" actId="478"/>
          <ac:picMkLst>
            <pc:docMk/>
            <pc:sldMk cId="2070444898" sldId="294"/>
            <ac:picMk id="6" creationId="{FB49FC7E-DC68-BBC2-CBDC-67011AC4D8F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yanparthum/USRW_waterquality" TargetMode="External"/><Relationship Id="rId2" Type="http://schemas.openxmlformats.org/officeDocument/2006/relationships/hyperlink" Target="https://github.com/bryanparthum/schfc-paper" TargetMode="External"/><Relationship Id="rId1" Type="http://schemas.openxmlformats.org/officeDocument/2006/relationships/hyperlink" Target="https://github.com/USEPA/scghg" TargetMode="External"/><Relationship Id="rId6" Type="http://schemas.openxmlformats.org/officeDocument/2006/relationships/hyperlink" Target="https://github.com/bryanparthum/north-american-ski-resorts" TargetMode="External"/><Relationship Id="rId5" Type="http://schemas.openxmlformats.org/officeDocument/2006/relationships/hyperlink" Target="https://github.com/bryanparthum/prism_weather_data" TargetMode="External"/><Relationship Id="rId4" Type="http://schemas.openxmlformats.org/officeDocument/2006/relationships/hyperlink" Target="https://github.com/rffscghg/MimiGIVE.jl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yanparthum/USRW_waterquality" TargetMode="External"/><Relationship Id="rId2" Type="http://schemas.openxmlformats.org/officeDocument/2006/relationships/hyperlink" Target="https://github.com/bryanparthum/schfc-paper" TargetMode="External"/><Relationship Id="rId1" Type="http://schemas.openxmlformats.org/officeDocument/2006/relationships/hyperlink" Target="https://github.com/USEPA/scghg" TargetMode="External"/><Relationship Id="rId6" Type="http://schemas.openxmlformats.org/officeDocument/2006/relationships/hyperlink" Target="https://github.com/bryanparthum/north-american-ski-resorts" TargetMode="External"/><Relationship Id="rId5" Type="http://schemas.openxmlformats.org/officeDocument/2006/relationships/hyperlink" Target="https://github.com/bryanparthum/prism_weather_data" TargetMode="External"/><Relationship Id="rId4" Type="http://schemas.openxmlformats.org/officeDocument/2006/relationships/hyperlink" Target="https://github.com/rffscghg/MimiGIVE.j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49229D-2C1A-4F2B-AC03-45F1D56C5D30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0C41C47-C61A-4E47-A87F-3AA2DD8ED097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The Social Cost of Greenhouse Gases</a:t>
          </a:r>
          <a:endParaRPr lang="en-US" dirty="0"/>
        </a:p>
      </dgm:t>
    </dgm:pt>
    <dgm:pt modelId="{A96565D4-BF3B-4D5B-BC5C-A6499CA10AE7}" type="parTrans" cxnId="{E7EC2D6B-F134-46C9-AAEC-E1B4AD18AA39}">
      <dgm:prSet/>
      <dgm:spPr/>
      <dgm:t>
        <a:bodyPr/>
        <a:lstStyle/>
        <a:p>
          <a:endParaRPr lang="en-US"/>
        </a:p>
      </dgm:t>
    </dgm:pt>
    <dgm:pt modelId="{363653BA-DF83-420F-ABE3-7A3E29CDF4BA}" type="sibTrans" cxnId="{E7EC2D6B-F134-46C9-AAEC-E1B4AD18AA39}">
      <dgm:prSet/>
      <dgm:spPr/>
      <dgm:t>
        <a:bodyPr/>
        <a:lstStyle/>
        <a:p>
          <a:endParaRPr lang="en-US"/>
        </a:p>
      </dgm:t>
    </dgm:pt>
    <dgm:pt modelId="{61A46467-FCC2-403A-A654-5F6C94919639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Hydrofluorocarbons and the Kigali Amendment</a:t>
          </a:r>
          <a:endParaRPr lang="en-US"/>
        </a:p>
      </dgm:t>
    </dgm:pt>
    <dgm:pt modelId="{6F3BB024-95BF-4082-8B94-B48BA9CC608A}" type="parTrans" cxnId="{2B7365A4-2C17-4B9F-8945-B8C8F8EF818A}">
      <dgm:prSet/>
      <dgm:spPr/>
      <dgm:t>
        <a:bodyPr/>
        <a:lstStyle/>
        <a:p>
          <a:endParaRPr lang="en-US"/>
        </a:p>
      </dgm:t>
    </dgm:pt>
    <dgm:pt modelId="{7A06A652-E16C-4417-8A73-4C10914A014F}" type="sibTrans" cxnId="{2B7365A4-2C17-4B9F-8945-B8C8F8EF818A}">
      <dgm:prSet/>
      <dgm:spPr/>
      <dgm:t>
        <a:bodyPr/>
        <a:lstStyle/>
        <a:p>
          <a:endParaRPr lang="en-US"/>
        </a:p>
      </dgm:t>
    </dgm:pt>
    <dgm:pt modelId="{4B84E8B0-33BB-4F1D-966B-D292AD91D8EB}">
      <dgm:prSet/>
      <dgm:spPr/>
      <dgm:t>
        <a:bodyPr/>
        <a:lstStyle/>
        <a:p>
          <a:r>
            <a:rPr lang="en-US">
              <a:hlinkClick xmlns:r="http://schemas.openxmlformats.org/officeDocument/2006/relationships" r:id="rId3"/>
            </a:rPr>
            <a:t>Willingness to ay to Improve Surface Water Quality</a:t>
          </a:r>
          <a:endParaRPr lang="en-US"/>
        </a:p>
      </dgm:t>
    </dgm:pt>
    <dgm:pt modelId="{B341763A-8BE0-42FD-9560-51BD815CD7BF}" type="parTrans" cxnId="{51256591-A52F-4835-B970-A4BF9B1D4122}">
      <dgm:prSet/>
      <dgm:spPr/>
      <dgm:t>
        <a:bodyPr/>
        <a:lstStyle/>
        <a:p>
          <a:endParaRPr lang="en-US"/>
        </a:p>
      </dgm:t>
    </dgm:pt>
    <dgm:pt modelId="{8ADE2ED4-67B6-4416-952D-AF198071004B}" type="sibTrans" cxnId="{51256591-A52F-4835-B970-A4BF9B1D4122}">
      <dgm:prSet/>
      <dgm:spPr/>
      <dgm:t>
        <a:bodyPr/>
        <a:lstStyle/>
        <a:p>
          <a:endParaRPr lang="en-US"/>
        </a:p>
      </dgm:t>
    </dgm:pt>
    <dgm:pt modelId="{F9B00649-D8A0-4497-A86B-E12C59748567}">
      <dgm:prSet/>
      <dgm:spPr/>
      <dgm:t>
        <a:bodyPr/>
        <a:lstStyle/>
        <a:p>
          <a:r>
            <a:rPr lang="en-US">
              <a:hlinkClick xmlns:r="http://schemas.openxmlformats.org/officeDocument/2006/relationships" r:id="rId4"/>
            </a:rPr>
            <a:t>Greenhouse Gas Impact Value Estimator (GIVE)</a:t>
          </a:r>
          <a:endParaRPr lang="en-US"/>
        </a:p>
      </dgm:t>
    </dgm:pt>
    <dgm:pt modelId="{FE6833D7-E05B-49D4-BF0E-79445E94EB32}" type="parTrans" cxnId="{66727DFC-7C92-43F5-8FC2-74EA9B7075A1}">
      <dgm:prSet/>
      <dgm:spPr/>
      <dgm:t>
        <a:bodyPr/>
        <a:lstStyle/>
        <a:p>
          <a:endParaRPr lang="en-US"/>
        </a:p>
      </dgm:t>
    </dgm:pt>
    <dgm:pt modelId="{D47DF4D1-2204-4825-9677-AFF43634702D}" type="sibTrans" cxnId="{66727DFC-7C92-43F5-8FC2-74EA9B7075A1}">
      <dgm:prSet/>
      <dgm:spPr/>
      <dgm:t>
        <a:bodyPr/>
        <a:lstStyle/>
        <a:p>
          <a:endParaRPr lang="en-US"/>
        </a:p>
      </dgm:t>
    </dgm:pt>
    <dgm:pt modelId="{DD71ED26-CFAD-4482-915A-D93514DF5A8B}">
      <dgm:prSet/>
      <dgm:spPr/>
      <dgm:t>
        <a:bodyPr/>
        <a:lstStyle/>
        <a:p>
          <a:r>
            <a:rPr lang="en-US">
              <a:hlinkClick xmlns:r="http://schemas.openxmlformats.org/officeDocument/2006/relationships" r:id="rId5"/>
            </a:rPr>
            <a:t>PRISM Weather Data Extraction</a:t>
          </a:r>
          <a:endParaRPr lang="en-US"/>
        </a:p>
      </dgm:t>
    </dgm:pt>
    <dgm:pt modelId="{35140F50-0B7F-490E-856B-3BA553B21C05}" type="parTrans" cxnId="{B5F32EDA-F471-4E49-9CB3-F665B263071E}">
      <dgm:prSet/>
      <dgm:spPr/>
      <dgm:t>
        <a:bodyPr/>
        <a:lstStyle/>
        <a:p>
          <a:endParaRPr lang="en-US"/>
        </a:p>
      </dgm:t>
    </dgm:pt>
    <dgm:pt modelId="{CD75FC28-913C-4077-92A5-0658DEB1A37F}" type="sibTrans" cxnId="{B5F32EDA-F471-4E49-9CB3-F665B263071E}">
      <dgm:prSet/>
      <dgm:spPr/>
      <dgm:t>
        <a:bodyPr/>
        <a:lstStyle/>
        <a:p>
          <a:endParaRPr lang="en-US"/>
        </a:p>
      </dgm:t>
    </dgm:pt>
    <dgm:pt modelId="{F4FBB5DC-FF1F-4DCF-BCDB-BCDE91886B8B}">
      <dgm:prSet/>
      <dgm:spPr/>
      <dgm:t>
        <a:bodyPr/>
        <a:lstStyle/>
        <a:p>
          <a:r>
            <a:rPr lang="en-US">
              <a:hlinkClick xmlns:r="http://schemas.openxmlformats.org/officeDocument/2006/relationships" r:id="rId6"/>
            </a:rPr>
            <a:t>North American Ski Resorts</a:t>
          </a:r>
          <a:endParaRPr lang="en-US"/>
        </a:p>
      </dgm:t>
    </dgm:pt>
    <dgm:pt modelId="{3BAFAF84-82E7-4EA8-A401-06B062840C1B}" type="parTrans" cxnId="{B0701598-B835-4657-980D-B505FA4048B6}">
      <dgm:prSet/>
      <dgm:spPr/>
      <dgm:t>
        <a:bodyPr/>
        <a:lstStyle/>
        <a:p>
          <a:endParaRPr lang="en-US"/>
        </a:p>
      </dgm:t>
    </dgm:pt>
    <dgm:pt modelId="{6AD487C8-B229-43BA-A58E-00B27D0D3AD1}" type="sibTrans" cxnId="{B0701598-B835-4657-980D-B505FA4048B6}">
      <dgm:prSet/>
      <dgm:spPr/>
      <dgm:t>
        <a:bodyPr/>
        <a:lstStyle/>
        <a:p>
          <a:endParaRPr lang="en-US"/>
        </a:p>
      </dgm:t>
    </dgm:pt>
    <dgm:pt modelId="{3571A149-5829-4A84-9311-8CFC65A28F69}" type="pres">
      <dgm:prSet presAssocID="{D549229D-2C1A-4F2B-AC03-45F1D56C5D30}" presName="diagram" presStyleCnt="0">
        <dgm:presLayoutVars>
          <dgm:dir/>
          <dgm:resizeHandles val="exact"/>
        </dgm:presLayoutVars>
      </dgm:prSet>
      <dgm:spPr/>
    </dgm:pt>
    <dgm:pt modelId="{CB1669B2-C4B2-4B1B-A839-52876B45A01A}" type="pres">
      <dgm:prSet presAssocID="{10C41C47-C61A-4E47-A87F-3AA2DD8ED097}" presName="node" presStyleLbl="node1" presStyleIdx="0" presStyleCnt="6">
        <dgm:presLayoutVars>
          <dgm:bulletEnabled val="1"/>
        </dgm:presLayoutVars>
      </dgm:prSet>
      <dgm:spPr/>
    </dgm:pt>
    <dgm:pt modelId="{F923EFD3-DC38-4E1A-8A10-EC4C609EB6C2}" type="pres">
      <dgm:prSet presAssocID="{363653BA-DF83-420F-ABE3-7A3E29CDF4BA}" presName="sibTrans" presStyleCnt="0"/>
      <dgm:spPr/>
    </dgm:pt>
    <dgm:pt modelId="{C5070767-FDF3-4965-8267-E54C5B80D934}" type="pres">
      <dgm:prSet presAssocID="{61A46467-FCC2-403A-A654-5F6C94919639}" presName="node" presStyleLbl="node1" presStyleIdx="1" presStyleCnt="6">
        <dgm:presLayoutVars>
          <dgm:bulletEnabled val="1"/>
        </dgm:presLayoutVars>
      </dgm:prSet>
      <dgm:spPr/>
    </dgm:pt>
    <dgm:pt modelId="{6814F76F-9519-4605-8F3E-1FFB80B89A74}" type="pres">
      <dgm:prSet presAssocID="{7A06A652-E16C-4417-8A73-4C10914A014F}" presName="sibTrans" presStyleCnt="0"/>
      <dgm:spPr/>
    </dgm:pt>
    <dgm:pt modelId="{EBF8BE8D-B182-4359-885E-55782DFD2FD2}" type="pres">
      <dgm:prSet presAssocID="{4B84E8B0-33BB-4F1D-966B-D292AD91D8EB}" presName="node" presStyleLbl="node1" presStyleIdx="2" presStyleCnt="6">
        <dgm:presLayoutVars>
          <dgm:bulletEnabled val="1"/>
        </dgm:presLayoutVars>
      </dgm:prSet>
      <dgm:spPr/>
    </dgm:pt>
    <dgm:pt modelId="{66DF422D-95B9-4B6B-8230-DBEDAC3EE783}" type="pres">
      <dgm:prSet presAssocID="{8ADE2ED4-67B6-4416-952D-AF198071004B}" presName="sibTrans" presStyleCnt="0"/>
      <dgm:spPr/>
    </dgm:pt>
    <dgm:pt modelId="{A6BEA3B4-07CF-46FA-960B-9D9CA331EFC1}" type="pres">
      <dgm:prSet presAssocID="{F9B00649-D8A0-4497-A86B-E12C59748567}" presName="node" presStyleLbl="node1" presStyleIdx="3" presStyleCnt="6">
        <dgm:presLayoutVars>
          <dgm:bulletEnabled val="1"/>
        </dgm:presLayoutVars>
      </dgm:prSet>
      <dgm:spPr/>
    </dgm:pt>
    <dgm:pt modelId="{0F917B43-00BD-4753-9200-2E41F3B1876B}" type="pres">
      <dgm:prSet presAssocID="{D47DF4D1-2204-4825-9677-AFF43634702D}" presName="sibTrans" presStyleCnt="0"/>
      <dgm:spPr/>
    </dgm:pt>
    <dgm:pt modelId="{906355ED-F18B-4EC1-8811-F89D5A6FF763}" type="pres">
      <dgm:prSet presAssocID="{DD71ED26-CFAD-4482-915A-D93514DF5A8B}" presName="node" presStyleLbl="node1" presStyleIdx="4" presStyleCnt="6">
        <dgm:presLayoutVars>
          <dgm:bulletEnabled val="1"/>
        </dgm:presLayoutVars>
      </dgm:prSet>
      <dgm:spPr/>
    </dgm:pt>
    <dgm:pt modelId="{2C34A35F-4528-4200-ACA1-76CE4301DB9E}" type="pres">
      <dgm:prSet presAssocID="{CD75FC28-913C-4077-92A5-0658DEB1A37F}" presName="sibTrans" presStyleCnt="0"/>
      <dgm:spPr/>
    </dgm:pt>
    <dgm:pt modelId="{5886CBBF-245E-462C-8783-61B4CA274F50}" type="pres">
      <dgm:prSet presAssocID="{F4FBB5DC-FF1F-4DCF-BCDB-BCDE91886B8B}" presName="node" presStyleLbl="node1" presStyleIdx="5" presStyleCnt="6">
        <dgm:presLayoutVars>
          <dgm:bulletEnabled val="1"/>
        </dgm:presLayoutVars>
      </dgm:prSet>
      <dgm:spPr/>
    </dgm:pt>
  </dgm:ptLst>
  <dgm:cxnLst>
    <dgm:cxn modelId="{E56A6F2B-1CBC-4B7C-ABF1-DD7E16E9416A}" type="presOf" srcId="{61A46467-FCC2-403A-A654-5F6C94919639}" destId="{C5070767-FDF3-4965-8267-E54C5B80D934}" srcOrd="0" destOrd="0" presId="urn:microsoft.com/office/officeart/2005/8/layout/default"/>
    <dgm:cxn modelId="{E7EC2D6B-F134-46C9-AAEC-E1B4AD18AA39}" srcId="{D549229D-2C1A-4F2B-AC03-45F1D56C5D30}" destId="{10C41C47-C61A-4E47-A87F-3AA2DD8ED097}" srcOrd="0" destOrd="0" parTransId="{A96565D4-BF3B-4D5B-BC5C-A6499CA10AE7}" sibTransId="{363653BA-DF83-420F-ABE3-7A3E29CDF4BA}"/>
    <dgm:cxn modelId="{51256591-A52F-4835-B970-A4BF9B1D4122}" srcId="{D549229D-2C1A-4F2B-AC03-45F1D56C5D30}" destId="{4B84E8B0-33BB-4F1D-966B-D292AD91D8EB}" srcOrd="2" destOrd="0" parTransId="{B341763A-8BE0-42FD-9560-51BD815CD7BF}" sibTransId="{8ADE2ED4-67B6-4416-952D-AF198071004B}"/>
    <dgm:cxn modelId="{CBFC7692-2564-41E7-85CD-45EDA2A4FF69}" type="presOf" srcId="{F9B00649-D8A0-4497-A86B-E12C59748567}" destId="{A6BEA3B4-07CF-46FA-960B-9D9CA331EFC1}" srcOrd="0" destOrd="0" presId="urn:microsoft.com/office/officeart/2005/8/layout/default"/>
    <dgm:cxn modelId="{B0701598-B835-4657-980D-B505FA4048B6}" srcId="{D549229D-2C1A-4F2B-AC03-45F1D56C5D30}" destId="{F4FBB5DC-FF1F-4DCF-BCDB-BCDE91886B8B}" srcOrd="5" destOrd="0" parTransId="{3BAFAF84-82E7-4EA8-A401-06B062840C1B}" sibTransId="{6AD487C8-B229-43BA-A58E-00B27D0D3AD1}"/>
    <dgm:cxn modelId="{13D94C99-E565-4111-A19A-A46C9B780ED6}" type="presOf" srcId="{DD71ED26-CFAD-4482-915A-D93514DF5A8B}" destId="{906355ED-F18B-4EC1-8811-F89D5A6FF763}" srcOrd="0" destOrd="0" presId="urn:microsoft.com/office/officeart/2005/8/layout/default"/>
    <dgm:cxn modelId="{2B7365A4-2C17-4B9F-8945-B8C8F8EF818A}" srcId="{D549229D-2C1A-4F2B-AC03-45F1D56C5D30}" destId="{61A46467-FCC2-403A-A654-5F6C94919639}" srcOrd="1" destOrd="0" parTransId="{6F3BB024-95BF-4082-8B94-B48BA9CC608A}" sibTransId="{7A06A652-E16C-4417-8A73-4C10914A014F}"/>
    <dgm:cxn modelId="{9C2A0CA8-FEF0-4C38-8AA9-73DE9B0D5F1B}" type="presOf" srcId="{4B84E8B0-33BB-4F1D-966B-D292AD91D8EB}" destId="{EBF8BE8D-B182-4359-885E-55782DFD2FD2}" srcOrd="0" destOrd="0" presId="urn:microsoft.com/office/officeart/2005/8/layout/default"/>
    <dgm:cxn modelId="{2EEF84CA-6C5A-4900-A7D9-51A25A5D05C8}" type="presOf" srcId="{10C41C47-C61A-4E47-A87F-3AA2DD8ED097}" destId="{CB1669B2-C4B2-4B1B-A839-52876B45A01A}" srcOrd="0" destOrd="0" presId="urn:microsoft.com/office/officeart/2005/8/layout/default"/>
    <dgm:cxn modelId="{CB11B0D6-0200-4737-AC3C-C572E67971A5}" type="presOf" srcId="{F4FBB5DC-FF1F-4DCF-BCDB-BCDE91886B8B}" destId="{5886CBBF-245E-462C-8783-61B4CA274F50}" srcOrd="0" destOrd="0" presId="urn:microsoft.com/office/officeart/2005/8/layout/default"/>
    <dgm:cxn modelId="{B5F32EDA-F471-4E49-9CB3-F665B263071E}" srcId="{D549229D-2C1A-4F2B-AC03-45F1D56C5D30}" destId="{DD71ED26-CFAD-4482-915A-D93514DF5A8B}" srcOrd="4" destOrd="0" parTransId="{35140F50-0B7F-490E-856B-3BA553B21C05}" sibTransId="{CD75FC28-913C-4077-92A5-0658DEB1A37F}"/>
    <dgm:cxn modelId="{66727DFC-7C92-43F5-8FC2-74EA9B7075A1}" srcId="{D549229D-2C1A-4F2B-AC03-45F1D56C5D30}" destId="{F9B00649-D8A0-4497-A86B-E12C59748567}" srcOrd="3" destOrd="0" parTransId="{FE6833D7-E05B-49D4-BF0E-79445E94EB32}" sibTransId="{D47DF4D1-2204-4825-9677-AFF43634702D}"/>
    <dgm:cxn modelId="{6238C1FD-819C-4F13-9C6E-3CB980F97E36}" type="presOf" srcId="{D549229D-2C1A-4F2B-AC03-45F1D56C5D30}" destId="{3571A149-5829-4A84-9311-8CFC65A28F69}" srcOrd="0" destOrd="0" presId="urn:microsoft.com/office/officeart/2005/8/layout/default"/>
    <dgm:cxn modelId="{BEB4208E-13C1-4E9C-A100-FB35734D505E}" type="presParOf" srcId="{3571A149-5829-4A84-9311-8CFC65A28F69}" destId="{CB1669B2-C4B2-4B1B-A839-52876B45A01A}" srcOrd="0" destOrd="0" presId="urn:microsoft.com/office/officeart/2005/8/layout/default"/>
    <dgm:cxn modelId="{FDD47608-B593-4C11-8D86-074CD7B664AF}" type="presParOf" srcId="{3571A149-5829-4A84-9311-8CFC65A28F69}" destId="{F923EFD3-DC38-4E1A-8A10-EC4C609EB6C2}" srcOrd="1" destOrd="0" presId="urn:microsoft.com/office/officeart/2005/8/layout/default"/>
    <dgm:cxn modelId="{53E0063E-8331-4ABE-8D79-9CE057C81130}" type="presParOf" srcId="{3571A149-5829-4A84-9311-8CFC65A28F69}" destId="{C5070767-FDF3-4965-8267-E54C5B80D934}" srcOrd="2" destOrd="0" presId="urn:microsoft.com/office/officeart/2005/8/layout/default"/>
    <dgm:cxn modelId="{3C6E0E2E-249F-47C8-B4CE-809FBF2D622F}" type="presParOf" srcId="{3571A149-5829-4A84-9311-8CFC65A28F69}" destId="{6814F76F-9519-4605-8F3E-1FFB80B89A74}" srcOrd="3" destOrd="0" presId="urn:microsoft.com/office/officeart/2005/8/layout/default"/>
    <dgm:cxn modelId="{BDF1017E-C259-4277-A696-DC0584166F17}" type="presParOf" srcId="{3571A149-5829-4A84-9311-8CFC65A28F69}" destId="{EBF8BE8D-B182-4359-885E-55782DFD2FD2}" srcOrd="4" destOrd="0" presId="urn:microsoft.com/office/officeart/2005/8/layout/default"/>
    <dgm:cxn modelId="{5E50D431-C307-4412-B143-DA473E4E6A1B}" type="presParOf" srcId="{3571A149-5829-4A84-9311-8CFC65A28F69}" destId="{66DF422D-95B9-4B6B-8230-DBEDAC3EE783}" srcOrd="5" destOrd="0" presId="urn:microsoft.com/office/officeart/2005/8/layout/default"/>
    <dgm:cxn modelId="{41CE36ED-7090-4039-B5C5-94C17524CC0C}" type="presParOf" srcId="{3571A149-5829-4A84-9311-8CFC65A28F69}" destId="{A6BEA3B4-07CF-46FA-960B-9D9CA331EFC1}" srcOrd="6" destOrd="0" presId="urn:microsoft.com/office/officeart/2005/8/layout/default"/>
    <dgm:cxn modelId="{FBE2411C-1180-4A24-B316-7E48B918430A}" type="presParOf" srcId="{3571A149-5829-4A84-9311-8CFC65A28F69}" destId="{0F917B43-00BD-4753-9200-2E41F3B1876B}" srcOrd="7" destOrd="0" presId="urn:microsoft.com/office/officeart/2005/8/layout/default"/>
    <dgm:cxn modelId="{08380B89-9384-4E51-825E-87495DC2B952}" type="presParOf" srcId="{3571A149-5829-4A84-9311-8CFC65A28F69}" destId="{906355ED-F18B-4EC1-8811-F89D5A6FF763}" srcOrd="8" destOrd="0" presId="urn:microsoft.com/office/officeart/2005/8/layout/default"/>
    <dgm:cxn modelId="{D994479D-9699-46D0-808C-4249E8519191}" type="presParOf" srcId="{3571A149-5829-4A84-9311-8CFC65A28F69}" destId="{2C34A35F-4528-4200-ACA1-76CE4301DB9E}" srcOrd="9" destOrd="0" presId="urn:microsoft.com/office/officeart/2005/8/layout/default"/>
    <dgm:cxn modelId="{F408C613-3DD3-44BF-8CFF-7CEC6C721285}" type="presParOf" srcId="{3571A149-5829-4A84-9311-8CFC65A28F69}" destId="{5886CBBF-245E-462C-8783-61B4CA274F5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1669B2-C4B2-4B1B-A839-52876B45A01A}">
      <dsp:nvSpPr>
        <dsp:cNvPr id="0" name=""/>
        <dsp:cNvSpPr/>
      </dsp:nvSpPr>
      <dsp:spPr>
        <a:xfrm>
          <a:off x="930572" y="3032"/>
          <a:ext cx="2833338" cy="17000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hlinkClick xmlns:r="http://schemas.openxmlformats.org/officeDocument/2006/relationships" r:id="rId1"/>
            </a:rPr>
            <a:t>The Social Cost of Greenhouse Gases</a:t>
          </a:r>
          <a:endParaRPr lang="en-US" sz="2500" kern="1200" dirty="0"/>
        </a:p>
      </dsp:txBody>
      <dsp:txXfrm>
        <a:off x="930572" y="3032"/>
        <a:ext cx="2833338" cy="1700003"/>
      </dsp:txXfrm>
    </dsp:sp>
    <dsp:sp modelId="{C5070767-FDF3-4965-8267-E54C5B80D934}">
      <dsp:nvSpPr>
        <dsp:cNvPr id="0" name=""/>
        <dsp:cNvSpPr/>
      </dsp:nvSpPr>
      <dsp:spPr>
        <a:xfrm>
          <a:off x="4047245" y="3032"/>
          <a:ext cx="2833338" cy="1700003"/>
        </a:xfrm>
        <a:prstGeom prst="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2"/>
            </a:rPr>
            <a:t>Hydrofluorocarbons and the Kigali Amendment</a:t>
          </a:r>
          <a:endParaRPr lang="en-US" sz="2500" kern="1200"/>
        </a:p>
      </dsp:txBody>
      <dsp:txXfrm>
        <a:off x="4047245" y="3032"/>
        <a:ext cx="2833338" cy="1700003"/>
      </dsp:txXfrm>
    </dsp:sp>
    <dsp:sp modelId="{EBF8BE8D-B182-4359-885E-55782DFD2FD2}">
      <dsp:nvSpPr>
        <dsp:cNvPr id="0" name=""/>
        <dsp:cNvSpPr/>
      </dsp:nvSpPr>
      <dsp:spPr>
        <a:xfrm>
          <a:off x="7163917" y="3032"/>
          <a:ext cx="2833338" cy="1700003"/>
        </a:xfrm>
        <a:prstGeom prst="rect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3"/>
            </a:rPr>
            <a:t>Willingness to ay to Improve Surface Water Quality</a:t>
          </a:r>
          <a:endParaRPr lang="en-US" sz="2500" kern="1200"/>
        </a:p>
      </dsp:txBody>
      <dsp:txXfrm>
        <a:off x="7163917" y="3032"/>
        <a:ext cx="2833338" cy="1700003"/>
      </dsp:txXfrm>
    </dsp:sp>
    <dsp:sp modelId="{A6BEA3B4-07CF-46FA-960B-9D9CA331EFC1}">
      <dsp:nvSpPr>
        <dsp:cNvPr id="0" name=""/>
        <dsp:cNvSpPr/>
      </dsp:nvSpPr>
      <dsp:spPr>
        <a:xfrm>
          <a:off x="930572" y="1986369"/>
          <a:ext cx="2833338" cy="1700003"/>
        </a:xfrm>
        <a:prstGeom prst="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4"/>
            </a:rPr>
            <a:t>Greenhouse Gas Impact Value Estimator (GIVE)</a:t>
          </a:r>
          <a:endParaRPr lang="en-US" sz="2500" kern="1200"/>
        </a:p>
      </dsp:txBody>
      <dsp:txXfrm>
        <a:off x="930572" y="1986369"/>
        <a:ext cx="2833338" cy="1700003"/>
      </dsp:txXfrm>
    </dsp:sp>
    <dsp:sp modelId="{906355ED-F18B-4EC1-8811-F89D5A6FF763}">
      <dsp:nvSpPr>
        <dsp:cNvPr id="0" name=""/>
        <dsp:cNvSpPr/>
      </dsp:nvSpPr>
      <dsp:spPr>
        <a:xfrm>
          <a:off x="4047245" y="1986369"/>
          <a:ext cx="2833338" cy="1700003"/>
        </a:xfrm>
        <a:prstGeom prst="rect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5"/>
            </a:rPr>
            <a:t>PRISM Weather Data Extraction</a:t>
          </a:r>
          <a:endParaRPr lang="en-US" sz="2500" kern="1200"/>
        </a:p>
      </dsp:txBody>
      <dsp:txXfrm>
        <a:off x="4047245" y="1986369"/>
        <a:ext cx="2833338" cy="1700003"/>
      </dsp:txXfrm>
    </dsp:sp>
    <dsp:sp modelId="{5886CBBF-245E-462C-8783-61B4CA274F50}">
      <dsp:nvSpPr>
        <dsp:cNvPr id="0" name=""/>
        <dsp:cNvSpPr/>
      </dsp:nvSpPr>
      <dsp:spPr>
        <a:xfrm>
          <a:off x="7163917" y="1986369"/>
          <a:ext cx="2833338" cy="1700003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hlinkClick xmlns:r="http://schemas.openxmlformats.org/officeDocument/2006/relationships" r:id="rId6"/>
            </a:rPr>
            <a:t>North American Ski Resorts</a:t>
          </a:r>
          <a:endParaRPr lang="en-US" sz="2500" kern="1200"/>
        </a:p>
      </dsp:txBody>
      <dsp:txXfrm>
        <a:off x="7163917" y="1986369"/>
        <a:ext cx="2833338" cy="17000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4E7A-F0B8-CDF4-9CEC-0A538611A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B5E43-971D-3D12-0BD2-BE1F14A0B0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13F0C-6BB8-C00E-5B49-CA86CA9E8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4CA96-FC3B-73A2-85B3-79D545784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2CE9D-3C45-69E7-BE63-943DB4BF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64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A677F-0340-7A46-EA62-5766F66C4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088BA-F102-087F-457B-8E4C59438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E83B3-2546-69DF-E25D-D02EBE94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1C1C5-2676-3803-4852-D62D607A3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4B53-640D-4530-27E8-7512A7EA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94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25F8-E960-E1B8-6A15-A3658D661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B64E3-9D16-7D1E-B3EC-394025AE4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C91CD-BEDC-A01E-4BFD-DB703B5C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1BC97-0B4D-CDB0-A7B6-8D184CBB3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13193-8F57-A66C-EDD1-B96CDB7E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5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498EC-A6E4-698E-6E2E-594924E4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7DBCA-7B7E-F143-9929-456FD3250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FA0C9-F628-4042-1989-DC3B366F6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BD088-5E2F-639D-F2DE-735C312FF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AEBAA-ED0A-B80B-D76D-DC030967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17DB0-5A56-8C1F-4F69-1DEC0FC75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07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D4D4-D89B-E1E8-ECBA-758F83765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6375D-8FAB-E6B0-5430-80C7A15B0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6119B-D3A4-C921-30B4-7BA2A9B0B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3528EF-CFAE-04F6-00C8-0BEA01B0F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B8236-B3CD-749E-7B5D-457288010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540AD-1606-E939-E186-48FB9047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4A3DC1-5E33-E313-78D7-328D4664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277E6C-8A7E-93EE-987C-A24AD9A1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6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EDDBA-140F-718A-9719-5CE33945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9C4F82-0766-8739-A1CF-E2F93553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1AAB8-835A-5E8C-E6B3-F4AAD073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8A91E-DAFC-7142-3D12-CE866134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0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6F65A6-3DE3-780F-6356-EC170E25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9D179-CFC1-22CD-A44A-8FEB912BC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42068-4899-BA6B-3872-BD60A4B76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40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56489-3FC5-0566-A881-1B2D1EEA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CD608-47F6-B8DA-A568-927C4CB78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33D29-9827-EDC0-4553-04411F28CE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8FC91-3A94-70E8-4519-B3CE9369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F4679-61B8-FE89-2E13-F44FA81A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AC69E-20EC-77F6-A42D-B1863084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25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7A705-F0FD-666F-A5A6-A1E5F050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D0133-F77E-89FD-7E06-DAF16F8BE1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F7EF2-8322-1D91-74DE-17C0918A8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30E48-B160-99D1-B85E-F85444FD7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A60BE-DEEE-59DA-B828-3D456AC7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9277B-514B-31FA-0057-17A2D648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1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F469-D734-1442-966F-4D9DF61AE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3EF304-0A4F-012F-AB71-B9E410F9A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68D2A-69C3-56D9-1A9D-15FC61A2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1DC20-A157-B983-107C-78FA5F888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D6354-E13D-4EE2-62FC-2B287B0D4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73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581C27-3556-1420-5B8A-70784F4E5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BF1EA-6B8A-5AFF-16EA-0DDF64601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E308F-2B22-1E62-8CA5-271D7A998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FA45C-C62F-41AE-3A3E-0B56C22F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1FD1B-74AE-3699-DAFA-8AF8532E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7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4A0C4F-E9CA-91A2-C6CD-0CBD0AA5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85A3A-C8C9-B46D-1BF6-B3CC10B68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EC47F-3040-6A44-148B-046B4F4EE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7A27E-4932-47FB-8743-51BD15FFC1EB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45891-1CC3-89E3-31BE-0E17DEE88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330D8-72E7-39CC-5667-3358FE632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D3A8E-1032-4C42-930B-1984642A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19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PA/scghg/tree/main/EPA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code.visualstudio.com/" TargetMode="External"/><Relationship Id="rId7" Type="http://schemas.openxmlformats.org/officeDocument/2006/relationships/image" Target="../media/image9.png"/><Relationship Id="rId2" Type="http://schemas.openxmlformats.org/officeDocument/2006/relationships/hyperlink" Target="https://posit.co/products/open-source/rstud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www.spyder-ide.org/" TargetMode="External"/><Relationship Id="rId4" Type="http://schemas.openxmlformats.org/officeDocument/2006/relationships/hyperlink" Target="https://jupyter.org/try" TargetMode="External"/><Relationship Id="rId9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bryanparthum/environmental_economic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bryanparthum/environmental_economic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bryanparthum/environmental_economic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bryanparthum/schfc-paper/commit/93cdd3d87e43128b5e735fbda7ad72e5e2ef85f5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bryanparthum/schfc-paper/commit/93cdd3d87e43128b5e735fbda7ad72e5e2ef85f5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bryanparthum/schfc-paper/commit/93cdd3d87e43128b5e735fbda7ad72e5e2ef85f5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9609-DF73-44C8-BB1F-D0D2FCE05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572" y="2034486"/>
            <a:ext cx="8224529" cy="111881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habits &amp; tools for reproducible research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4A1FB-898D-C400-F6F5-85B7FEBFFCCF}"/>
              </a:ext>
            </a:extLst>
          </p:cNvPr>
          <p:cNvSpPr txBox="1"/>
          <p:nvPr/>
        </p:nvSpPr>
        <p:spPr>
          <a:xfrm>
            <a:off x="388276" y="6501432"/>
            <a:ext cx="11415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Disclaimer: the views presented here are those of the speaker, and do not necessarily reflect the views of the EPA or the U.S. Government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8F6729F-ED79-8E3C-7BBD-D3853982F2D0}"/>
              </a:ext>
            </a:extLst>
          </p:cNvPr>
          <p:cNvSpPr txBox="1">
            <a:spLocks/>
          </p:cNvSpPr>
          <p:nvPr/>
        </p:nvSpPr>
        <p:spPr>
          <a:xfrm>
            <a:off x="576572" y="3991752"/>
            <a:ext cx="9144000" cy="2311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Bryan Parthum, Ph.D.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U.S. Environmental Protection Agency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National Center for Environmental Economics</a:t>
            </a:r>
          </a:p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www.bryanparthum.com</a:t>
            </a:r>
          </a:p>
          <a:p>
            <a:pPr algn="l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F83D32-6165-4540-56AD-179A12E4B86D}"/>
              </a:ext>
            </a:extLst>
          </p:cNvPr>
          <p:cNvCxnSpPr>
            <a:cxnSpLocks/>
          </p:cNvCxnSpPr>
          <p:nvPr/>
        </p:nvCxnSpPr>
        <p:spPr>
          <a:xfrm flipV="1">
            <a:off x="576573" y="3252524"/>
            <a:ext cx="8719827" cy="1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303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C1AFE4-F108-9F8B-BE7A-9A7859734C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5446"/>
          <a:stretch/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36437-3290-E379-A75C-DD09F9F3BC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" t="1146" b="27786"/>
          <a:stretch/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3F092-5052-0397-5502-5F2ED73442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197" r="2" b="3771"/>
          <a:stretch/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>
            <a:normAutofit/>
          </a:bodyPr>
          <a:lstStyle/>
          <a:p>
            <a:r>
              <a:rPr lang="en-US" sz="2800" dirty="0"/>
              <a:t>A little about 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94" y="2273274"/>
            <a:ext cx="3275532" cy="392277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I grew up building things, and I still do. </a:t>
            </a:r>
          </a:p>
          <a:p>
            <a:r>
              <a:rPr lang="en-US" sz="2400" dirty="0">
                <a:solidFill>
                  <a:schemeClr val="bg1"/>
                </a:solidFill>
                <a:latin typeface="+mj-lt"/>
              </a:rPr>
              <a:t>My father’s advice was drilled into me at an early age: </a:t>
            </a:r>
          </a:p>
          <a:p>
            <a:pPr marL="457200" lvl="1" indent="0">
              <a:buNone/>
            </a:pPr>
            <a:r>
              <a:rPr lang="en-US" i="1" dirty="0">
                <a:solidFill>
                  <a:schemeClr val="bg1"/>
                </a:solidFill>
                <a:latin typeface="+mj-lt"/>
              </a:rPr>
              <a:t>“A clean workspace allows clean work.”</a:t>
            </a:r>
          </a:p>
          <a:p>
            <a:r>
              <a:rPr lang="en-US" sz="2400" dirty="0">
                <a:solidFill>
                  <a:schemeClr val="bg1"/>
                </a:solidFill>
                <a:latin typeface="+mj-lt"/>
              </a:rPr>
              <a:t>I don’t build houses anymore, but I do build research! </a:t>
            </a:r>
          </a:p>
          <a:p>
            <a:pPr marL="0" indent="0">
              <a:buNone/>
            </a:pPr>
            <a:endParaRPr lang="en-US" sz="17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5CAEF-5AE5-9084-884F-D934EA33EE2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94" t="2326" r="12008" b="4176"/>
          <a:stretch/>
        </p:blipFill>
        <p:spPr>
          <a:xfrm>
            <a:off x="7428322" y="-9427"/>
            <a:ext cx="4763678" cy="3410995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97193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C1AFE4-F108-9F8B-BE7A-9A7859734C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5446"/>
          <a:stretch/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36437-3290-E379-A75C-DD09F9F3BC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" t="1146" b="27786"/>
          <a:stretch/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3F092-5052-0397-5502-5F2ED73442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197" r="2" b="3771"/>
          <a:stretch/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>
            <a:normAutofit/>
          </a:bodyPr>
          <a:lstStyle/>
          <a:p>
            <a:r>
              <a:rPr lang="en-US" sz="2800" dirty="0"/>
              <a:t>A little about 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94" y="2273274"/>
            <a:ext cx="3373368" cy="392277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I grew up building things, and I still do. </a:t>
            </a:r>
          </a:p>
          <a:p>
            <a:r>
              <a:rPr lang="en-US" sz="2400" dirty="0">
                <a:latin typeface="+mj-lt"/>
              </a:rPr>
              <a:t>My father’s advice was drilled into me at an early age: </a:t>
            </a:r>
          </a:p>
          <a:p>
            <a:pPr marL="457200" lvl="1" indent="0">
              <a:buNone/>
            </a:pPr>
            <a:r>
              <a:rPr lang="en-US" i="1" dirty="0">
                <a:latin typeface="+mj-lt"/>
              </a:rPr>
              <a:t>“A clean workspace produces clean work.”</a:t>
            </a:r>
          </a:p>
          <a:p>
            <a:r>
              <a:rPr lang="en-US" sz="2400" dirty="0">
                <a:solidFill>
                  <a:schemeClr val="bg1"/>
                </a:solidFill>
                <a:latin typeface="+mj-lt"/>
              </a:rPr>
              <a:t>I don’t build houses anymore, but I do build research! </a:t>
            </a:r>
          </a:p>
          <a:p>
            <a:pPr marL="0" indent="0">
              <a:buNone/>
            </a:pPr>
            <a:endParaRPr lang="en-US" sz="17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5CAEF-5AE5-9084-884F-D934EA33EE2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94" t="2326" r="12008" b="4176"/>
          <a:stretch/>
        </p:blipFill>
        <p:spPr>
          <a:xfrm>
            <a:off x="7428322" y="-9427"/>
            <a:ext cx="4763678" cy="3410995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9380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C1AFE4-F108-9F8B-BE7A-9A7859734C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2" b="5446"/>
          <a:stretch/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36437-3290-E379-A75C-DD09F9F3BC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" t="1146" b="27786"/>
          <a:stretch/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3F092-5052-0397-5502-5F2ED73442C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197" r="2" b="3771"/>
          <a:stretch/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>
            <a:normAutofit/>
          </a:bodyPr>
          <a:lstStyle/>
          <a:p>
            <a:r>
              <a:rPr lang="en-US" sz="2800" dirty="0"/>
              <a:t>A little about 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894" y="2273274"/>
            <a:ext cx="3323126" cy="392277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I grew up building things, and I still do. </a:t>
            </a:r>
          </a:p>
          <a:p>
            <a:r>
              <a:rPr lang="en-US" sz="2400" dirty="0">
                <a:latin typeface="+mj-lt"/>
              </a:rPr>
              <a:t>My father’s advice was drilled into me at an early age: </a:t>
            </a:r>
          </a:p>
          <a:p>
            <a:pPr marL="457200" lvl="1" indent="0">
              <a:buNone/>
            </a:pPr>
            <a:r>
              <a:rPr lang="en-US" i="1" dirty="0">
                <a:latin typeface="+mj-lt"/>
              </a:rPr>
              <a:t>“A clean workspace produces clean work.”</a:t>
            </a:r>
          </a:p>
          <a:p>
            <a:r>
              <a:rPr lang="en-US" sz="2400" dirty="0">
                <a:latin typeface="+mj-lt"/>
              </a:rPr>
              <a:t>I don’t build houses anymore, but I do build research! </a:t>
            </a:r>
          </a:p>
          <a:p>
            <a:pPr marL="0" indent="0">
              <a:buNone/>
            </a:pPr>
            <a:endParaRPr lang="en-US" sz="17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65CAEF-5AE5-9084-884F-D934EA33EE2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194" t="2326" r="12008" b="4176"/>
          <a:stretch/>
        </p:blipFill>
        <p:spPr>
          <a:xfrm>
            <a:off x="7428322" y="-9427"/>
            <a:ext cx="4763678" cy="3410995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41523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are your work habits?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This is different for every person; the most important things are: 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Do what works for you! 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Recognize that this changes over time 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Periodically reflect and update your approach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Things to consider: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Project priority (and life priorities)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Workflow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Switching costs 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4576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are your work habits?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This is different for every person; the most important things are: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Do what works for you!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Recognize that this changes over time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Periodically reflect and update your approach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Things to consider: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Project priority (and life priorities)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Workflow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Switching costs 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7492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are your work habits?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This is different for every person; the most important things are: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Do what works for you!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Recognize that this changes over time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Periodically reflect and update your approach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Things to consider: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Project priority (and life priorities)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Workflow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Switching costs 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92165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 descr="Trying to explain Meme Generator - Imgflip">
            <a:extLst>
              <a:ext uri="{FF2B5EF4-FFF2-40B4-BE49-F238E27FC236}">
                <a16:creationId xmlns:a16="http://schemas.microsoft.com/office/drawing/2014/main" id="{C7A51216-BA63-97B1-4B6A-FCFF7D6A6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2"/>
          <a:stretch/>
        </p:blipFill>
        <p:spPr bwMode="auto">
          <a:xfrm>
            <a:off x="3887296" y="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0" name="Rectangle 513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dirty="0"/>
              <a:t>Directory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Where do you keep your files?</a:t>
            </a:r>
          </a:p>
          <a:p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  <a:hlinkClick r:id="rId3"/>
              </a:rPr>
              <a:t>Example with the Social Cost of Carbon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2370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is the research product, and who is this for?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8447FF-CE0F-0CA9-3AA7-0EE74B43433F}"/>
              </a:ext>
            </a:extLst>
          </p:cNvPr>
          <p:cNvGrpSpPr>
            <a:grpSpLocks noChangeAspect="1"/>
          </p:cNvGrpSpPr>
          <p:nvPr/>
        </p:nvGrpSpPr>
        <p:grpSpPr>
          <a:xfrm>
            <a:off x="2721479" y="2230773"/>
            <a:ext cx="5291750" cy="4069910"/>
            <a:chOff x="2408033" y="1020725"/>
            <a:chExt cx="6689893" cy="5145229"/>
          </a:xfrm>
        </p:grpSpPr>
        <p:pic>
          <p:nvPicPr>
            <p:cNvPr id="9" name="Picture 8" descr="Chart, radar chart&#10;&#10;Description automatically generated">
              <a:extLst>
                <a:ext uri="{FF2B5EF4-FFF2-40B4-BE49-F238E27FC236}">
                  <a16:creationId xmlns:a16="http://schemas.microsoft.com/office/drawing/2014/main" id="{4FBB6F7F-48B1-D127-9AB4-51EE39CA5F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" t="8090" r="2323" b="10360"/>
            <a:stretch/>
          </p:blipFill>
          <p:spPr>
            <a:xfrm>
              <a:off x="2686494" y="1020725"/>
              <a:ext cx="6411432" cy="50922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6D1067-667B-F63E-88F3-234C8BE93040}"/>
                </a:ext>
              </a:extLst>
            </p:cNvPr>
            <p:cNvSpPr/>
            <p:nvPr/>
          </p:nvSpPr>
          <p:spPr>
            <a:xfrm>
              <a:off x="3732028" y="1594884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0D8C33-3885-80D6-4445-F9C7BF2591FB}"/>
                </a:ext>
              </a:extLst>
            </p:cNvPr>
            <p:cNvSpPr/>
            <p:nvPr/>
          </p:nvSpPr>
          <p:spPr>
            <a:xfrm>
              <a:off x="8364281" y="2167270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9A7CBD-0134-99BE-4DA1-14B215871393}"/>
                </a:ext>
              </a:extLst>
            </p:cNvPr>
            <p:cNvSpPr/>
            <p:nvPr/>
          </p:nvSpPr>
          <p:spPr>
            <a:xfrm>
              <a:off x="8520227" y="1573919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36010A-B7E9-26BD-7EB3-23CE25126721}"/>
                </a:ext>
              </a:extLst>
            </p:cNvPr>
            <p:cNvSpPr/>
            <p:nvPr/>
          </p:nvSpPr>
          <p:spPr>
            <a:xfrm>
              <a:off x="3573780" y="3299744"/>
              <a:ext cx="223265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5FEC98-F3F9-DEF4-5B36-A79F1CC31B10}"/>
                </a:ext>
              </a:extLst>
            </p:cNvPr>
            <p:cNvSpPr/>
            <p:nvPr/>
          </p:nvSpPr>
          <p:spPr>
            <a:xfrm>
              <a:off x="2408033" y="3429000"/>
              <a:ext cx="1093623" cy="419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6C13BCC-47B8-B0A5-1E54-5F007A247E97}"/>
                </a:ext>
              </a:extLst>
            </p:cNvPr>
            <p:cNvSpPr/>
            <p:nvPr/>
          </p:nvSpPr>
          <p:spPr>
            <a:xfrm rot="5400000">
              <a:off x="5740361" y="3382969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57711CF-A053-600F-4B39-574BF9D7B70C}"/>
                </a:ext>
              </a:extLst>
            </p:cNvPr>
            <p:cNvSpPr/>
            <p:nvPr/>
          </p:nvSpPr>
          <p:spPr>
            <a:xfrm>
              <a:off x="5980391" y="3624904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1197D5-FB35-E990-0C85-FA46DF75C92B}"/>
                </a:ext>
              </a:extLst>
            </p:cNvPr>
            <p:cNvSpPr/>
            <p:nvPr/>
          </p:nvSpPr>
          <p:spPr>
            <a:xfrm rot="5400000">
              <a:off x="5295134" y="4558861"/>
              <a:ext cx="179577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F9C4792-121C-40F2-C73B-F492E4AC5804}"/>
                </a:ext>
              </a:extLst>
            </p:cNvPr>
            <p:cNvSpPr/>
            <p:nvPr/>
          </p:nvSpPr>
          <p:spPr>
            <a:xfrm>
              <a:off x="5599814" y="5745968"/>
              <a:ext cx="1339703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0F1C601-3ECC-470A-882F-001E88DE6669}"/>
              </a:ext>
            </a:extLst>
          </p:cNvPr>
          <p:cNvSpPr/>
          <p:nvPr/>
        </p:nvSpPr>
        <p:spPr>
          <a:xfrm>
            <a:off x="8002139" y="5999778"/>
            <a:ext cx="1780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Research 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B3103-0B02-F509-AA73-EFF4B89E9269}"/>
              </a:ext>
            </a:extLst>
          </p:cNvPr>
          <p:cNvSpPr/>
          <p:nvPr/>
        </p:nvSpPr>
        <p:spPr>
          <a:xfrm>
            <a:off x="3885327" y="2431362"/>
            <a:ext cx="3822326" cy="3321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397243-ED2E-61AE-DCE7-425E6DFE633D}"/>
              </a:ext>
            </a:extLst>
          </p:cNvPr>
          <p:cNvSpPr/>
          <p:nvPr/>
        </p:nvSpPr>
        <p:spPr>
          <a:xfrm>
            <a:off x="2642004" y="2188878"/>
            <a:ext cx="976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Time</a:t>
            </a:r>
          </a:p>
          <a:p>
            <a:pPr algn="ctr"/>
            <a:r>
              <a:rPr lang="en-US" dirty="0">
                <a:cs typeface="Calibri Light" panose="020F0302020204030204" pitchFamily="34" charset="0"/>
              </a:rPr>
              <a:t>Invested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F6872ACF-B37B-5A99-61BD-F7EDBE6272C3}"/>
              </a:ext>
            </a:extLst>
          </p:cNvPr>
          <p:cNvSpPr/>
          <p:nvPr/>
        </p:nvSpPr>
        <p:spPr>
          <a:xfrm rot="15017098">
            <a:off x="4347709" y="2111027"/>
            <a:ext cx="5370858" cy="7284266"/>
          </a:xfrm>
          <a:prstGeom prst="arc">
            <a:avLst>
              <a:gd name="adj1" fmla="val 17684513"/>
              <a:gd name="adj2" fmla="val 1967635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501F26-C88F-CB7A-4AB6-4FA30AA0D1A9}"/>
              </a:ext>
            </a:extLst>
          </p:cNvPr>
          <p:cNvCxnSpPr>
            <a:cxnSpLocks/>
          </p:cNvCxnSpPr>
          <p:nvPr/>
        </p:nvCxnSpPr>
        <p:spPr>
          <a:xfrm flipV="1">
            <a:off x="3641506" y="2434657"/>
            <a:ext cx="2967968" cy="33603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39B8A-2CA3-AF22-DBC6-748961A7F1D4}"/>
              </a:ext>
            </a:extLst>
          </p:cNvPr>
          <p:cNvSpPr/>
          <p:nvPr/>
        </p:nvSpPr>
        <p:spPr>
          <a:xfrm>
            <a:off x="7672907" y="2684937"/>
            <a:ext cx="1150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Reproducible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Project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AB2D47-B0F1-8F4D-0B08-CD41AE2B1F8A}"/>
              </a:ext>
            </a:extLst>
          </p:cNvPr>
          <p:cNvSpPr/>
          <p:nvPr/>
        </p:nvSpPr>
        <p:spPr>
          <a:xfrm>
            <a:off x="5921576" y="2063064"/>
            <a:ext cx="14190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Whatever works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67773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is the research product, and who is this for?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8447FF-CE0F-0CA9-3AA7-0EE74B43433F}"/>
              </a:ext>
            </a:extLst>
          </p:cNvPr>
          <p:cNvGrpSpPr>
            <a:grpSpLocks noChangeAspect="1"/>
          </p:cNvGrpSpPr>
          <p:nvPr/>
        </p:nvGrpSpPr>
        <p:grpSpPr>
          <a:xfrm>
            <a:off x="2721479" y="2230773"/>
            <a:ext cx="5291750" cy="4069910"/>
            <a:chOff x="2408033" y="1020725"/>
            <a:chExt cx="6689893" cy="5145229"/>
          </a:xfrm>
        </p:grpSpPr>
        <p:pic>
          <p:nvPicPr>
            <p:cNvPr id="9" name="Picture 8" descr="Chart, radar chart&#10;&#10;Description automatically generated">
              <a:extLst>
                <a:ext uri="{FF2B5EF4-FFF2-40B4-BE49-F238E27FC236}">
                  <a16:creationId xmlns:a16="http://schemas.microsoft.com/office/drawing/2014/main" id="{4FBB6F7F-48B1-D127-9AB4-51EE39CA5F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" t="8090" r="2323" b="10360"/>
            <a:stretch/>
          </p:blipFill>
          <p:spPr>
            <a:xfrm>
              <a:off x="2686494" y="1020725"/>
              <a:ext cx="6411432" cy="50922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6D1067-667B-F63E-88F3-234C8BE93040}"/>
                </a:ext>
              </a:extLst>
            </p:cNvPr>
            <p:cNvSpPr/>
            <p:nvPr/>
          </p:nvSpPr>
          <p:spPr>
            <a:xfrm>
              <a:off x="3732028" y="1594884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0D8C33-3885-80D6-4445-F9C7BF2591FB}"/>
                </a:ext>
              </a:extLst>
            </p:cNvPr>
            <p:cNvSpPr/>
            <p:nvPr/>
          </p:nvSpPr>
          <p:spPr>
            <a:xfrm>
              <a:off x="8364281" y="2167270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9A7CBD-0134-99BE-4DA1-14B215871393}"/>
                </a:ext>
              </a:extLst>
            </p:cNvPr>
            <p:cNvSpPr/>
            <p:nvPr/>
          </p:nvSpPr>
          <p:spPr>
            <a:xfrm>
              <a:off x="8520227" y="1573919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36010A-B7E9-26BD-7EB3-23CE25126721}"/>
                </a:ext>
              </a:extLst>
            </p:cNvPr>
            <p:cNvSpPr/>
            <p:nvPr/>
          </p:nvSpPr>
          <p:spPr>
            <a:xfrm>
              <a:off x="3573780" y="3299744"/>
              <a:ext cx="223265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5FEC98-F3F9-DEF4-5B36-A79F1CC31B10}"/>
                </a:ext>
              </a:extLst>
            </p:cNvPr>
            <p:cNvSpPr/>
            <p:nvPr/>
          </p:nvSpPr>
          <p:spPr>
            <a:xfrm>
              <a:off x="2408033" y="3429000"/>
              <a:ext cx="1093623" cy="419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6C13BCC-47B8-B0A5-1E54-5F007A247E97}"/>
                </a:ext>
              </a:extLst>
            </p:cNvPr>
            <p:cNvSpPr/>
            <p:nvPr/>
          </p:nvSpPr>
          <p:spPr>
            <a:xfrm rot="5400000">
              <a:off x="5740361" y="3382969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57711CF-A053-600F-4B39-574BF9D7B70C}"/>
                </a:ext>
              </a:extLst>
            </p:cNvPr>
            <p:cNvSpPr/>
            <p:nvPr/>
          </p:nvSpPr>
          <p:spPr>
            <a:xfrm>
              <a:off x="5980391" y="3624904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1197D5-FB35-E990-0C85-FA46DF75C92B}"/>
                </a:ext>
              </a:extLst>
            </p:cNvPr>
            <p:cNvSpPr/>
            <p:nvPr/>
          </p:nvSpPr>
          <p:spPr>
            <a:xfrm rot="5400000">
              <a:off x="5295134" y="4558861"/>
              <a:ext cx="179577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F9C4792-121C-40F2-C73B-F492E4AC5804}"/>
                </a:ext>
              </a:extLst>
            </p:cNvPr>
            <p:cNvSpPr/>
            <p:nvPr/>
          </p:nvSpPr>
          <p:spPr>
            <a:xfrm>
              <a:off x="5599814" y="5745968"/>
              <a:ext cx="1339703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0F1C601-3ECC-470A-882F-001E88DE6669}"/>
              </a:ext>
            </a:extLst>
          </p:cNvPr>
          <p:cNvSpPr/>
          <p:nvPr/>
        </p:nvSpPr>
        <p:spPr>
          <a:xfrm>
            <a:off x="8002139" y="5999778"/>
            <a:ext cx="1780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Research 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B3103-0B02-F509-AA73-EFF4B89E9269}"/>
              </a:ext>
            </a:extLst>
          </p:cNvPr>
          <p:cNvSpPr/>
          <p:nvPr/>
        </p:nvSpPr>
        <p:spPr>
          <a:xfrm>
            <a:off x="3885327" y="2431362"/>
            <a:ext cx="3822326" cy="3321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397243-ED2E-61AE-DCE7-425E6DFE633D}"/>
              </a:ext>
            </a:extLst>
          </p:cNvPr>
          <p:cNvSpPr/>
          <p:nvPr/>
        </p:nvSpPr>
        <p:spPr>
          <a:xfrm>
            <a:off x="2642004" y="2188878"/>
            <a:ext cx="976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Time</a:t>
            </a:r>
          </a:p>
          <a:p>
            <a:pPr algn="ctr"/>
            <a:r>
              <a:rPr lang="en-US" dirty="0">
                <a:cs typeface="Calibri Light" panose="020F0302020204030204" pitchFamily="34" charset="0"/>
              </a:rPr>
              <a:t>Invested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F6872ACF-B37B-5A99-61BD-F7EDBE6272C3}"/>
              </a:ext>
            </a:extLst>
          </p:cNvPr>
          <p:cNvSpPr/>
          <p:nvPr/>
        </p:nvSpPr>
        <p:spPr>
          <a:xfrm rot="15017098">
            <a:off x="4347709" y="2111027"/>
            <a:ext cx="5370858" cy="7284266"/>
          </a:xfrm>
          <a:prstGeom prst="arc">
            <a:avLst>
              <a:gd name="adj1" fmla="val 17684513"/>
              <a:gd name="adj2" fmla="val 1967635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501F26-C88F-CB7A-4AB6-4FA30AA0D1A9}"/>
              </a:ext>
            </a:extLst>
          </p:cNvPr>
          <p:cNvCxnSpPr>
            <a:cxnSpLocks/>
          </p:cNvCxnSpPr>
          <p:nvPr/>
        </p:nvCxnSpPr>
        <p:spPr>
          <a:xfrm flipV="1">
            <a:off x="3641506" y="2434657"/>
            <a:ext cx="2967968" cy="33603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0306E8A-D123-B4BE-C042-1C5B15E84EC3}"/>
              </a:ext>
            </a:extLst>
          </p:cNvPr>
          <p:cNvSpPr/>
          <p:nvPr/>
        </p:nvSpPr>
        <p:spPr>
          <a:xfrm>
            <a:off x="3889914" y="6163353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Literature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Review</a:t>
            </a:r>
            <a:endParaRPr lang="en-US" sz="1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DA5D21-9868-B72F-D360-135C0064A397}"/>
              </a:ext>
            </a:extLst>
          </p:cNvPr>
          <p:cNvCxnSpPr>
            <a:cxnSpLocks/>
          </p:cNvCxnSpPr>
          <p:nvPr/>
        </p:nvCxnSpPr>
        <p:spPr>
          <a:xfrm>
            <a:off x="4441371" y="239694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39B8A-2CA3-AF22-DBC6-748961A7F1D4}"/>
              </a:ext>
            </a:extLst>
          </p:cNvPr>
          <p:cNvSpPr/>
          <p:nvPr/>
        </p:nvSpPr>
        <p:spPr>
          <a:xfrm>
            <a:off x="7672907" y="2684937"/>
            <a:ext cx="1150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Reproducible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Project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AB2D47-B0F1-8F4D-0B08-CD41AE2B1F8A}"/>
              </a:ext>
            </a:extLst>
          </p:cNvPr>
          <p:cNvSpPr/>
          <p:nvPr/>
        </p:nvSpPr>
        <p:spPr>
          <a:xfrm>
            <a:off x="5921576" y="2063064"/>
            <a:ext cx="14190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Whatever works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04814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is the research product, and who is this for?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8447FF-CE0F-0CA9-3AA7-0EE74B43433F}"/>
              </a:ext>
            </a:extLst>
          </p:cNvPr>
          <p:cNvGrpSpPr>
            <a:grpSpLocks noChangeAspect="1"/>
          </p:cNvGrpSpPr>
          <p:nvPr/>
        </p:nvGrpSpPr>
        <p:grpSpPr>
          <a:xfrm>
            <a:off x="2721479" y="2230773"/>
            <a:ext cx="5291750" cy="4069910"/>
            <a:chOff x="2408033" y="1020725"/>
            <a:chExt cx="6689893" cy="5145229"/>
          </a:xfrm>
        </p:grpSpPr>
        <p:pic>
          <p:nvPicPr>
            <p:cNvPr id="9" name="Picture 8" descr="Chart, radar chart&#10;&#10;Description automatically generated">
              <a:extLst>
                <a:ext uri="{FF2B5EF4-FFF2-40B4-BE49-F238E27FC236}">
                  <a16:creationId xmlns:a16="http://schemas.microsoft.com/office/drawing/2014/main" id="{4FBB6F7F-48B1-D127-9AB4-51EE39CA5F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" t="8090" r="2323" b="10360"/>
            <a:stretch/>
          </p:blipFill>
          <p:spPr>
            <a:xfrm>
              <a:off x="2686494" y="1020725"/>
              <a:ext cx="6411432" cy="50922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6D1067-667B-F63E-88F3-234C8BE93040}"/>
                </a:ext>
              </a:extLst>
            </p:cNvPr>
            <p:cNvSpPr/>
            <p:nvPr/>
          </p:nvSpPr>
          <p:spPr>
            <a:xfrm>
              <a:off x="3732028" y="1594884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0D8C33-3885-80D6-4445-F9C7BF2591FB}"/>
                </a:ext>
              </a:extLst>
            </p:cNvPr>
            <p:cNvSpPr/>
            <p:nvPr/>
          </p:nvSpPr>
          <p:spPr>
            <a:xfrm>
              <a:off x="8364281" y="2167270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9A7CBD-0134-99BE-4DA1-14B215871393}"/>
                </a:ext>
              </a:extLst>
            </p:cNvPr>
            <p:cNvSpPr/>
            <p:nvPr/>
          </p:nvSpPr>
          <p:spPr>
            <a:xfrm>
              <a:off x="8520227" y="1573919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36010A-B7E9-26BD-7EB3-23CE25126721}"/>
                </a:ext>
              </a:extLst>
            </p:cNvPr>
            <p:cNvSpPr/>
            <p:nvPr/>
          </p:nvSpPr>
          <p:spPr>
            <a:xfrm>
              <a:off x="3573780" y="3299744"/>
              <a:ext cx="223265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5FEC98-F3F9-DEF4-5B36-A79F1CC31B10}"/>
                </a:ext>
              </a:extLst>
            </p:cNvPr>
            <p:cNvSpPr/>
            <p:nvPr/>
          </p:nvSpPr>
          <p:spPr>
            <a:xfrm>
              <a:off x="2408033" y="3429000"/>
              <a:ext cx="1093623" cy="419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6C13BCC-47B8-B0A5-1E54-5F007A247E97}"/>
                </a:ext>
              </a:extLst>
            </p:cNvPr>
            <p:cNvSpPr/>
            <p:nvPr/>
          </p:nvSpPr>
          <p:spPr>
            <a:xfrm rot="5400000">
              <a:off x="5740361" y="3382969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57711CF-A053-600F-4B39-574BF9D7B70C}"/>
                </a:ext>
              </a:extLst>
            </p:cNvPr>
            <p:cNvSpPr/>
            <p:nvPr/>
          </p:nvSpPr>
          <p:spPr>
            <a:xfrm>
              <a:off x="5980391" y="3624904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1197D5-FB35-E990-0C85-FA46DF75C92B}"/>
                </a:ext>
              </a:extLst>
            </p:cNvPr>
            <p:cNvSpPr/>
            <p:nvPr/>
          </p:nvSpPr>
          <p:spPr>
            <a:xfrm rot="5400000">
              <a:off x="5295134" y="4558861"/>
              <a:ext cx="179577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F9C4792-121C-40F2-C73B-F492E4AC5804}"/>
                </a:ext>
              </a:extLst>
            </p:cNvPr>
            <p:cNvSpPr/>
            <p:nvPr/>
          </p:nvSpPr>
          <p:spPr>
            <a:xfrm>
              <a:off x="5599814" y="5745968"/>
              <a:ext cx="1339703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0F1C601-3ECC-470A-882F-001E88DE6669}"/>
              </a:ext>
            </a:extLst>
          </p:cNvPr>
          <p:cNvSpPr/>
          <p:nvPr/>
        </p:nvSpPr>
        <p:spPr>
          <a:xfrm>
            <a:off x="8002139" y="5999778"/>
            <a:ext cx="1780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Research 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B3103-0B02-F509-AA73-EFF4B89E9269}"/>
              </a:ext>
            </a:extLst>
          </p:cNvPr>
          <p:cNvSpPr/>
          <p:nvPr/>
        </p:nvSpPr>
        <p:spPr>
          <a:xfrm>
            <a:off x="3885327" y="2431362"/>
            <a:ext cx="3822326" cy="3321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397243-ED2E-61AE-DCE7-425E6DFE633D}"/>
              </a:ext>
            </a:extLst>
          </p:cNvPr>
          <p:cNvSpPr/>
          <p:nvPr/>
        </p:nvSpPr>
        <p:spPr>
          <a:xfrm>
            <a:off x="2642004" y="2188878"/>
            <a:ext cx="976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Time</a:t>
            </a:r>
          </a:p>
          <a:p>
            <a:pPr algn="ctr"/>
            <a:r>
              <a:rPr lang="en-US" dirty="0">
                <a:cs typeface="Calibri Light" panose="020F0302020204030204" pitchFamily="34" charset="0"/>
              </a:rPr>
              <a:t>Invested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F6872ACF-B37B-5A99-61BD-F7EDBE6272C3}"/>
              </a:ext>
            </a:extLst>
          </p:cNvPr>
          <p:cNvSpPr/>
          <p:nvPr/>
        </p:nvSpPr>
        <p:spPr>
          <a:xfrm rot="15017098">
            <a:off x="4347709" y="2111027"/>
            <a:ext cx="5370858" cy="7284266"/>
          </a:xfrm>
          <a:prstGeom prst="arc">
            <a:avLst>
              <a:gd name="adj1" fmla="val 17684513"/>
              <a:gd name="adj2" fmla="val 1967635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501F26-C88F-CB7A-4AB6-4FA30AA0D1A9}"/>
              </a:ext>
            </a:extLst>
          </p:cNvPr>
          <p:cNvCxnSpPr>
            <a:cxnSpLocks/>
          </p:cNvCxnSpPr>
          <p:nvPr/>
        </p:nvCxnSpPr>
        <p:spPr>
          <a:xfrm flipV="1">
            <a:off x="3641506" y="2434657"/>
            <a:ext cx="2967968" cy="33603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0306E8A-D123-B4BE-C042-1C5B15E84EC3}"/>
              </a:ext>
            </a:extLst>
          </p:cNvPr>
          <p:cNvSpPr/>
          <p:nvPr/>
        </p:nvSpPr>
        <p:spPr>
          <a:xfrm>
            <a:off x="3889914" y="6163353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Literature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Review</a:t>
            </a:r>
            <a:endParaRPr lang="en-US" sz="1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DA5D21-9868-B72F-D360-135C0064A397}"/>
              </a:ext>
            </a:extLst>
          </p:cNvPr>
          <p:cNvCxnSpPr>
            <a:cxnSpLocks/>
          </p:cNvCxnSpPr>
          <p:nvPr/>
        </p:nvCxnSpPr>
        <p:spPr>
          <a:xfrm>
            <a:off x="4441371" y="239694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B25BEC4-817E-D2BE-89B9-DF3FFD8A7127}"/>
              </a:ext>
            </a:extLst>
          </p:cNvPr>
          <p:cNvCxnSpPr>
            <a:cxnSpLocks/>
          </p:cNvCxnSpPr>
          <p:nvPr/>
        </p:nvCxnSpPr>
        <p:spPr>
          <a:xfrm>
            <a:off x="5125490" y="240787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6E89F85-B68A-2C31-FD86-1BC9772813E7}"/>
              </a:ext>
            </a:extLst>
          </p:cNvPr>
          <p:cNvSpPr/>
          <p:nvPr/>
        </p:nvSpPr>
        <p:spPr>
          <a:xfrm>
            <a:off x="4790311" y="6163353"/>
            <a:ext cx="845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Research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Notes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39B8A-2CA3-AF22-DBC6-748961A7F1D4}"/>
              </a:ext>
            </a:extLst>
          </p:cNvPr>
          <p:cNvSpPr/>
          <p:nvPr/>
        </p:nvSpPr>
        <p:spPr>
          <a:xfrm>
            <a:off x="7672907" y="2684937"/>
            <a:ext cx="1150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Reproducible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Project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AB2D47-B0F1-8F4D-0B08-CD41AE2B1F8A}"/>
              </a:ext>
            </a:extLst>
          </p:cNvPr>
          <p:cNvSpPr/>
          <p:nvPr/>
        </p:nvSpPr>
        <p:spPr>
          <a:xfrm>
            <a:off x="5921576" y="2063064"/>
            <a:ext cx="14190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Whatever works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9231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is the research product, and who is this for?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8447FF-CE0F-0CA9-3AA7-0EE74B43433F}"/>
              </a:ext>
            </a:extLst>
          </p:cNvPr>
          <p:cNvGrpSpPr>
            <a:grpSpLocks noChangeAspect="1"/>
          </p:cNvGrpSpPr>
          <p:nvPr/>
        </p:nvGrpSpPr>
        <p:grpSpPr>
          <a:xfrm>
            <a:off x="2721479" y="2230773"/>
            <a:ext cx="5291750" cy="4069910"/>
            <a:chOff x="2408033" y="1020725"/>
            <a:chExt cx="6689893" cy="5145229"/>
          </a:xfrm>
        </p:grpSpPr>
        <p:pic>
          <p:nvPicPr>
            <p:cNvPr id="9" name="Picture 8" descr="Chart, radar chart&#10;&#10;Description automatically generated">
              <a:extLst>
                <a:ext uri="{FF2B5EF4-FFF2-40B4-BE49-F238E27FC236}">
                  <a16:creationId xmlns:a16="http://schemas.microsoft.com/office/drawing/2014/main" id="{4FBB6F7F-48B1-D127-9AB4-51EE39CA5F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" t="8090" r="2323" b="10360"/>
            <a:stretch/>
          </p:blipFill>
          <p:spPr>
            <a:xfrm>
              <a:off x="2686494" y="1020725"/>
              <a:ext cx="6411432" cy="50922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6D1067-667B-F63E-88F3-234C8BE93040}"/>
                </a:ext>
              </a:extLst>
            </p:cNvPr>
            <p:cNvSpPr/>
            <p:nvPr/>
          </p:nvSpPr>
          <p:spPr>
            <a:xfrm>
              <a:off x="3732028" y="1594884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0D8C33-3885-80D6-4445-F9C7BF2591FB}"/>
                </a:ext>
              </a:extLst>
            </p:cNvPr>
            <p:cNvSpPr/>
            <p:nvPr/>
          </p:nvSpPr>
          <p:spPr>
            <a:xfrm>
              <a:off x="8364281" y="2167270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9A7CBD-0134-99BE-4DA1-14B215871393}"/>
                </a:ext>
              </a:extLst>
            </p:cNvPr>
            <p:cNvSpPr/>
            <p:nvPr/>
          </p:nvSpPr>
          <p:spPr>
            <a:xfrm>
              <a:off x="8520227" y="1573919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36010A-B7E9-26BD-7EB3-23CE25126721}"/>
                </a:ext>
              </a:extLst>
            </p:cNvPr>
            <p:cNvSpPr/>
            <p:nvPr/>
          </p:nvSpPr>
          <p:spPr>
            <a:xfrm>
              <a:off x="3573780" y="3299744"/>
              <a:ext cx="223265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5FEC98-F3F9-DEF4-5B36-A79F1CC31B10}"/>
                </a:ext>
              </a:extLst>
            </p:cNvPr>
            <p:cNvSpPr/>
            <p:nvPr/>
          </p:nvSpPr>
          <p:spPr>
            <a:xfrm>
              <a:off x="2408033" y="3429000"/>
              <a:ext cx="1093623" cy="419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6C13BCC-47B8-B0A5-1E54-5F007A247E97}"/>
                </a:ext>
              </a:extLst>
            </p:cNvPr>
            <p:cNvSpPr/>
            <p:nvPr/>
          </p:nvSpPr>
          <p:spPr>
            <a:xfrm rot="5400000">
              <a:off x="5740361" y="3382969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57711CF-A053-600F-4B39-574BF9D7B70C}"/>
                </a:ext>
              </a:extLst>
            </p:cNvPr>
            <p:cNvSpPr/>
            <p:nvPr/>
          </p:nvSpPr>
          <p:spPr>
            <a:xfrm>
              <a:off x="5980391" y="3624904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1197D5-FB35-E990-0C85-FA46DF75C92B}"/>
                </a:ext>
              </a:extLst>
            </p:cNvPr>
            <p:cNvSpPr/>
            <p:nvPr/>
          </p:nvSpPr>
          <p:spPr>
            <a:xfrm rot="5400000">
              <a:off x="5295134" y="4558861"/>
              <a:ext cx="179577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F9C4792-121C-40F2-C73B-F492E4AC5804}"/>
                </a:ext>
              </a:extLst>
            </p:cNvPr>
            <p:cNvSpPr/>
            <p:nvPr/>
          </p:nvSpPr>
          <p:spPr>
            <a:xfrm>
              <a:off x="5599814" y="5745968"/>
              <a:ext cx="1339703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0F1C601-3ECC-470A-882F-001E88DE6669}"/>
              </a:ext>
            </a:extLst>
          </p:cNvPr>
          <p:cNvSpPr/>
          <p:nvPr/>
        </p:nvSpPr>
        <p:spPr>
          <a:xfrm>
            <a:off x="8002139" y="5999778"/>
            <a:ext cx="1780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Research 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B3103-0B02-F509-AA73-EFF4B89E9269}"/>
              </a:ext>
            </a:extLst>
          </p:cNvPr>
          <p:cNvSpPr/>
          <p:nvPr/>
        </p:nvSpPr>
        <p:spPr>
          <a:xfrm>
            <a:off x="3885327" y="2431362"/>
            <a:ext cx="3822326" cy="3321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397243-ED2E-61AE-DCE7-425E6DFE633D}"/>
              </a:ext>
            </a:extLst>
          </p:cNvPr>
          <p:cNvSpPr/>
          <p:nvPr/>
        </p:nvSpPr>
        <p:spPr>
          <a:xfrm>
            <a:off x="2642004" y="2188878"/>
            <a:ext cx="976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Time</a:t>
            </a:r>
          </a:p>
          <a:p>
            <a:pPr algn="ctr"/>
            <a:r>
              <a:rPr lang="en-US" dirty="0">
                <a:cs typeface="Calibri Light" panose="020F0302020204030204" pitchFamily="34" charset="0"/>
              </a:rPr>
              <a:t>Invested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F6872ACF-B37B-5A99-61BD-F7EDBE6272C3}"/>
              </a:ext>
            </a:extLst>
          </p:cNvPr>
          <p:cNvSpPr/>
          <p:nvPr/>
        </p:nvSpPr>
        <p:spPr>
          <a:xfrm rot="15017098">
            <a:off x="4347709" y="2111027"/>
            <a:ext cx="5370858" cy="7284266"/>
          </a:xfrm>
          <a:prstGeom prst="arc">
            <a:avLst>
              <a:gd name="adj1" fmla="val 17684513"/>
              <a:gd name="adj2" fmla="val 1967635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501F26-C88F-CB7A-4AB6-4FA30AA0D1A9}"/>
              </a:ext>
            </a:extLst>
          </p:cNvPr>
          <p:cNvCxnSpPr>
            <a:cxnSpLocks/>
          </p:cNvCxnSpPr>
          <p:nvPr/>
        </p:nvCxnSpPr>
        <p:spPr>
          <a:xfrm flipV="1">
            <a:off x="3641506" y="2434657"/>
            <a:ext cx="2967968" cy="33603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0306E8A-D123-B4BE-C042-1C5B15E84EC3}"/>
              </a:ext>
            </a:extLst>
          </p:cNvPr>
          <p:cNvSpPr/>
          <p:nvPr/>
        </p:nvSpPr>
        <p:spPr>
          <a:xfrm>
            <a:off x="3889914" y="6163353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Literature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Review</a:t>
            </a:r>
            <a:endParaRPr lang="en-US" sz="1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DA5D21-9868-B72F-D360-135C0064A397}"/>
              </a:ext>
            </a:extLst>
          </p:cNvPr>
          <p:cNvCxnSpPr>
            <a:cxnSpLocks/>
          </p:cNvCxnSpPr>
          <p:nvPr/>
        </p:nvCxnSpPr>
        <p:spPr>
          <a:xfrm>
            <a:off x="4441371" y="239694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B25BEC4-817E-D2BE-89B9-DF3FFD8A7127}"/>
              </a:ext>
            </a:extLst>
          </p:cNvPr>
          <p:cNvCxnSpPr>
            <a:cxnSpLocks/>
          </p:cNvCxnSpPr>
          <p:nvPr/>
        </p:nvCxnSpPr>
        <p:spPr>
          <a:xfrm>
            <a:off x="5125490" y="240787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D8095D4-32C7-D34B-56DC-B759F07B6BA7}"/>
              </a:ext>
            </a:extLst>
          </p:cNvPr>
          <p:cNvCxnSpPr>
            <a:cxnSpLocks/>
          </p:cNvCxnSpPr>
          <p:nvPr/>
        </p:nvCxnSpPr>
        <p:spPr>
          <a:xfrm>
            <a:off x="6223401" y="239694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6E89F85-B68A-2C31-FD86-1BC9772813E7}"/>
              </a:ext>
            </a:extLst>
          </p:cNvPr>
          <p:cNvSpPr/>
          <p:nvPr/>
        </p:nvSpPr>
        <p:spPr>
          <a:xfrm>
            <a:off x="4790311" y="6163353"/>
            <a:ext cx="845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Research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Notes</a:t>
            </a:r>
            <a:endParaRPr 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CF2DCCD-71B5-6C06-9CFB-CFB20A68A627}"/>
              </a:ext>
            </a:extLst>
          </p:cNvPr>
          <p:cNvSpPr/>
          <p:nvPr/>
        </p:nvSpPr>
        <p:spPr>
          <a:xfrm>
            <a:off x="5903027" y="6184444"/>
            <a:ext cx="6472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White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Paper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39B8A-2CA3-AF22-DBC6-748961A7F1D4}"/>
              </a:ext>
            </a:extLst>
          </p:cNvPr>
          <p:cNvSpPr/>
          <p:nvPr/>
        </p:nvSpPr>
        <p:spPr>
          <a:xfrm>
            <a:off x="7672907" y="2684937"/>
            <a:ext cx="1150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Reproducible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Project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AB2D47-B0F1-8F4D-0B08-CD41AE2B1F8A}"/>
              </a:ext>
            </a:extLst>
          </p:cNvPr>
          <p:cNvSpPr/>
          <p:nvPr/>
        </p:nvSpPr>
        <p:spPr>
          <a:xfrm>
            <a:off x="5921576" y="2063064"/>
            <a:ext cx="14190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Whatever works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36697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is the research product, and who is this for?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8447FF-CE0F-0CA9-3AA7-0EE74B43433F}"/>
              </a:ext>
            </a:extLst>
          </p:cNvPr>
          <p:cNvGrpSpPr>
            <a:grpSpLocks noChangeAspect="1"/>
          </p:cNvGrpSpPr>
          <p:nvPr/>
        </p:nvGrpSpPr>
        <p:grpSpPr>
          <a:xfrm>
            <a:off x="2721479" y="2230773"/>
            <a:ext cx="5291750" cy="4069910"/>
            <a:chOff x="2408033" y="1020725"/>
            <a:chExt cx="6689893" cy="5145229"/>
          </a:xfrm>
        </p:grpSpPr>
        <p:pic>
          <p:nvPicPr>
            <p:cNvPr id="9" name="Picture 8" descr="Chart, radar chart&#10;&#10;Description automatically generated">
              <a:extLst>
                <a:ext uri="{FF2B5EF4-FFF2-40B4-BE49-F238E27FC236}">
                  <a16:creationId xmlns:a16="http://schemas.microsoft.com/office/drawing/2014/main" id="{4FBB6F7F-48B1-D127-9AB4-51EE39CA5F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" t="8090" r="2323" b="10360"/>
            <a:stretch/>
          </p:blipFill>
          <p:spPr>
            <a:xfrm>
              <a:off x="2686494" y="1020725"/>
              <a:ext cx="6411432" cy="50922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6D1067-667B-F63E-88F3-234C8BE93040}"/>
                </a:ext>
              </a:extLst>
            </p:cNvPr>
            <p:cNvSpPr/>
            <p:nvPr/>
          </p:nvSpPr>
          <p:spPr>
            <a:xfrm>
              <a:off x="3732028" y="1594884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0D8C33-3885-80D6-4445-F9C7BF2591FB}"/>
                </a:ext>
              </a:extLst>
            </p:cNvPr>
            <p:cNvSpPr/>
            <p:nvPr/>
          </p:nvSpPr>
          <p:spPr>
            <a:xfrm>
              <a:off x="8364281" y="2167270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9A7CBD-0134-99BE-4DA1-14B215871393}"/>
                </a:ext>
              </a:extLst>
            </p:cNvPr>
            <p:cNvSpPr/>
            <p:nvPr/>
          </p:nvSpPr>
          <p:spPr>
            <a:xfrm>
              <a:off x="8520227" y="1573919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36010A-B7E9-26BD-7EB3-23CE25126721}"/>
                </a:ext>
              </a:extLst>
            </p:cNvPr>
            <p:cNvSpPr/>
            <p:nvPr/>
          </p:nvSpPr>
          <p:spPr>
            <a:xfrm>
              <a:off x="3573780" y="3299744"/>
              <a:ext cx="223265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5FEC98-F3F9-DEF4-5B36-A79F1CC31B10}"/>
                </a:ext>
              </a:extLst>
            </p:cNvPr>
            <p:cNvSpPr/>
            <p:nvPr/>
          </p:nvSpPr>
          <p:spPr>
            <a:xfrm>
              <a:off x="2408033" y="3429000"/>
              <a:ext cx="1093623" cy="419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6C13BCC-47B8-B0A5-1E54-5F007A247E97}"/>
                </a:ext>
              </a:extLst>
            </p:cNvPr>
            <p:cNvSpPr/>
            <p:nvPr/>
          </p:nvSpPr>
          <p:spPr>
            <a:xfrm rot="5400000">
              <a:off x="5740361" y="3382969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57711CF-A053-600F-4B39-574BF9D7B70C}"/>
                </a:ext>
              </a:extLst>
            </p:cNvPr>
            <p:cNvSpPr/>
            <p:nvPr/>
          </p:nvSpPr>
          <p:spPr>
            <a:xfrm>
              <a:off x="5980391" y="3624904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1197D5-FB35-E990-0C85-FA46DF75C92B}"/>
                </a:ext>
              </a:extLst>
            </p:cNvPr>
            <p:cNvSpPr/>
            <p:nvPr/>
          </p:nvSpPr>
          <p:spPr>
            <a:xfrm rot="5400000">
              <a:off x="5295134" y="4558861"/>
              <a:ext cx="179577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F9C4792-121C-40F2-C73B-F492E4AC5804}"/>
                </a:ext>
              </a:extLst>
            </p:cNvPr>
            <p:cNvSpPr/>
            <p:nvPr/>
          </p:nvSpPr>
          <p:spPr>
            <a:xfrm>
              <a:off x="5599814" y="5745968"/>
              <a:ext cx="1339703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0F1C601-3ECC-470A-882F-001E88DE6669}"/>
              </a:ext>
            </a:extLst>
          </p:cNvPr>
          <p:cNvSpPr/>
          <p:nvPr/>
        </p:nvSpPr>
        <p:spPr>
          <a:xfrm>
            <a:off x="8002139" y="5999778"/>
            <a:ext cx="1780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Research 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B3103-0B02-F509-AA73-EFF4B89E9269}"/>
              </a:ext>
            </a:extLst>
          </p:cNvPr>
          <p:cNvSpPr/>
          <p:nvPr/>
        </p:nvSpPr>
        <p:spPr>
          <a:xfrm>
            <a:off x="3885327" y="2431362"/>
            <a:ext cx="3822326" cy="3321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397243-ED2E-61AE-DCE7-425E6DFE633D}"/>
              </a:ext>
            </a:extLst>
          </p:cNvPr>
          <p:cNvSpPr/>
          <p:nvPr/>
        </p:nvSpPr>
        <p:spPr>
          <a:xfrm>
            <a:off x="2642004" y="2188878"/>
            <a:ext cx="976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Time</a:t>
            </a:r>
          </a:p>
          <a:p>
            <a:pPr algn="ctr"/>
            <a:r>
              <a:rPr lang="en-US" dirty="0">
                <a:cs typeface="Calibri Light" panose="020F0302020204030204" pitchFamily="34" charset="0"/>
              </a:rPr>
              <a:t>Invested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F6872ACF-B37B-5A99-61BD-F7EDBE6272C3}"/>
              </a:ext>
            </a:extLst>
          </p:cNvPr>
          <p:cNvSpPr/>
          <p:nvPr/>
        </p:nvSpPr>
        <p:spPr>
          <a:xfrm rot="15017098">
            <a:off x="4347709" y="2111027"/>
            <a:ext cx="5370858" cy="7284266"/>
          </a:xfrm>
          <a:prstGeom prst="arc">
            <a:avLst>
              <a:gd name="adj1" fmla="val 17684513"/>
              <a:gd name="adj2" fmla="val 1967635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501F26-C88F-CB7A-4AB6-4FA30AA0D1A9}"/>
              </a:ext>
            </a:extLst>
          </p:cNvPr>
          <p:cNvCxnSpPr>
            <a:cxnSpLocks/>
          </p:cNvCxnSpPr>
          <p:nvPr/>
        </p:nvCxnSpPr>
        <p:spPr>
          <a:xfrm flipV="1">
            <a:off x="3641506" y="2434657"/>
            <a:ext cx="2967968" cy="33603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0306E8A-D123-B4BE-C042-1C5B15E84EC3}"/>
              </a:ext>
            </a:extLst>
          </p:cNvPr>
          <p:cNvSpPr/>
          <p:nvPr/>
        </p:nvSpPr>
        <p:spPr>
          <a:xfrm>
            <a:off x="3889914" y="6163353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Literature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Review</a:t>
            </a:r>
            <a:endParaRPr lang="en-US" sz="1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DA5D21-9868-B72F-D360-135C0064A397}"/>
              </a:ext>
            </a:extLst>
          </p:cNvPr>
          <p:cNvCxnSpPr>
            <a:cxnSpLocks/>
          </p:cNvCxnSpPr>
          <p:nvPr/>
        </p:nvCxnSpPr>
        <p:spPr>
          <a:xfrm>
            <a:off x="4441371" y="239694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B25BEC4-817E-D2BE-89B9-DF3FFD8A7127}"/>
              </a:ext>
            </a:extLst>
          </p:cNvPr>
          <p:cNvCxnSpPr>
            <a:cxnSpLocks/>
          </p:cNvCxnSpPr>
          <p:nvPr/>
        </p:nvCxnSpPr>
        <p:spPr>
          <a:xfrm>
            <a:off x="5125490" y="240787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24425E-15B0-853A-4816-AC74BD21DC38}"/>
              </a:ext>
            </a:extLst>
          </p:cNvPr>
          <p:cNvCxnSpPr>
            <a:cxnSpLocks/>
          </p:cNvCxnSpPr>
          <p:nvPr/>
        </p:nvCxnSpPr>
        <p:spPr>
          <a:xfrm>
            <a:off x="7033138" y="2431362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D8095D4-32C7-D34B-56DC-B759F07B6BA7}"/>
              </a:ext>
            </a:extLst>
          </p:cNvPr>
          <p:cNvCxnSpPr>
            <a:cxnSpLocks/>
          </p:cNvCxnSpPr>
          <p:nvPr/>
        </p:nvCxnSpPr>
        <p:spPr>
          <a:xfrm>
            <a:off x="6223401" y="239694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6E89F85-B68A-2C31-FD86-1BC9772813E7}"/>
              </a:ext>
            </a:extLst>
          </p:cNvPr>
          <p:cNvSpPr/>
          <p:nvPr/>
        </p:nvSpPr>
        <p:spPr>
          <a:xfrm>
            <a:off x="4790311" y="6163353"/>
            <a:ext cx="845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Research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Notes</a:t>
            </a:r>
            <a:endParaRPr 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CF2DCCD-71B5-6C06-9CFB-CFB20A68A627}"/>
              </a:ext>
            </a:extLst>
          </p:cNvPr>
          <p:cNvSpPr/>
          <p:nvPr/>
        </p:nvSpPr>
        <p:spPr>
          <a:xfrm>
            <a:off x="5903027" y="6184444"/>
            <a:ext cx="6472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White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Paper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8256CA-153E-4E8A-D378-7D8121AC5BCF}"/>
              </a:ext>
            </a:extLst>
          </p:cNvPr>
          <p:cNvSpPr/>
          <p:nvPr/>
        </p:nvSpPr>
        <p:spPr>
          <a:xfrm>
            <a:off x="6700700" y="6187400"/>
            <a:ext cx="6399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Thesis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39B8A-2CA3-AF22-DBC6-748961A7F1D4}"/>
              </a:ext>
            </a:extLst>
          </p:cNvPr>
          <p:cNvSpPr/>
          <p:nvPr/>
        </p:nvSpPr>
        <p:spPr>
          <a:xfrm>
            <a:off x="7672907" y="2684937"/>
            <a:ext cx="1150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Reproducible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Project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AB2D47-B0F1-8F4D-0B08-CD41AE2B1F8A}"/>
              </a:ext>
            </a:extLst>
          </p:cNvPr>
          <p:cNvSpPr/>
          <p:nvPr/>
        </p:nvSpPr>
        <p:spPr>
          <a:xfrm>
            <a:off x="5921576" y="2063064"/>
            <a:ext cx="14190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Whatever works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38925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is the research product, and who is this for?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8447FF-CE0F-0CA9-3AA7-0EE74B43433F}"/>
              </a:ext>
            </a:extLst>
          </p:cNvPr>
          <p:cNvGrpSpPr>
            <a:grpSpLocks noChangeAspect="1"/>
          </p:cNvGrpSpPr>
          <p:nvPr/>
        </p:nvGrpSpPr>
        <p:grpSpPr>
          <a:xfrm>
            <a:off x="2721479" y="2230773"/>
            <a:ext cx="5291750" cy="4069910"/>
            <a:chOff x="2408033" y="1020725"/>
            <a:chExt cx="6689893" cy="5145229"/>
          </a:xfrm>
        </p:grpSpPr>
        <p:pic>
          <p:nvPicPr>
            <p:cNvPr id="9" name="Picture 8" descr="Chart, radar chart&#10;&#10;Description automatically generated">
              <a:extLst>
                <a:ext uri="{FF2B5EF4-FFF2-40B4-BE49-F238E27FC236}">
                  <a16:creationId xmlns:a16="http://schemas.microsoft.com/office/drawing/2014/main" id="{4FBB6F7F-48B1-D127-9AB4-51EE39CA5F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" t="8090" r="2323" b="10360"/>
            <a:stretch/>
          </p:blipFill>
          <p:spPr>
            <a:xfrm>
              <a:off x="2686494" y="1020725"/>
              <a:ext cx="6411432" cy="50922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6D1067-667B-F63E-88F3-234C8BE93040}"/>
                </a:ext>
              </a:extLst>
            </p:cNvPr>
            <p:cNvSpPr/>
            <p:nvPr/>
          </p:nvSpPr>
          <p:spPr>
            <a:xfrm>
              <a:off x="3732028" y="1594884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0D8C33-3885-80D6-4445-F9C7BF2591FB}"/>
                </a:ext>
              </a:extLst>
            </p:cNvPr>
            <p:cNvSpPr/>
            <p:nvPr/>
          </p:nvSpPr>
          <p:spPr>
            <a:xfrm>
              <a:off x="8364281" y="2167270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9A7CBD-0134-99BE-4DA1-14B215871393}"/>
                </a:ext>
              </a:extLst>
            </p:cNvPr>
            <p:cNvSpPr/>
            <p:nvPr/>
          </p:nvSpPr>
          <p:spPr>
            <a:xfrm>
              <a:off x="8520227" y="1573919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36010A-B7E9-26BD-7EB3-23CE25126721}"/>
                </a:ext>
              </a:extLst>
            </p:cNvPr>
            <p:cNvSpPr/>
            <p:nvPr/>
          </p:nvSpPr>
          <p:spPr>
            <a:xfrm>
              <a:off x="3573780" y="3299744"/>
              <a:ext cx="223265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5FEC98-F3F9-DEF4-5B36-A79F1CC31B10}"/>
                </a:ext>
              </a:extLst>
            </p:cNvPr>
            <p:cNvSpPr/>
            <p:nvPr/>
          </p:nvSpPr>
          <p:spPr>
            <a:xfrm>
              <a:off x="2408033" y="3429000"/>
              <a:ext cx="1093623" cy="419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6C13BCC-47B8-B0A5-1E54-5F007A247E97}"/>
                </a:ext>
              </a:extLst>
            </p:cNvPr>
            <p:cNvSpPr/>
            <p:nvPr/>
          </p:nvSpPr>
          <p:spPr>
            <a:xfrm rot="5400000">
              <a:off x="5740361" y="3382969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57711CF-A053-600F-4B39-574BF9D7B70C}"/>
                </a:ext>
              </a:extLst>
            </p:cNvPr>
            <p:cNvSpPr/>
            <p:nvPr/>
          </p:nvSpPr>
          <p:spPr>
            <a:xfrm>
              <a:off x="5980391" y="3624904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1197D5-FB35-E990-0C85-FA46DF75C92B}"/>
                </a:ext>
              </a:extLst>
            </p:cNvPr>
            <p:cNvSpPr/>
            <p:nvPr/>
          </p:nvSpPr>
          <p:spPr>
            <a:xfrm rot="5400000">
              <a:off x="5295134" y="4558861"/>
              <a:ext cx="179577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F9C4792-121C-40F2-C73B-F492E4AC5804}"/>
                </a:ext>
              </a:extLst>
            </p:cNvPr>
            <p:cNvSpPr/>
            <p:nvPr/>
          </p:nvSpPr>
          <p:spPr>
            <a:xfrm>
              <a:off x="5599814" y="5745968"/>
              <a:ext cx="1339703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0F1C601-3ECC-470A-882F-001E88DE6669}"/>
              </a:ext>
            </a:extLst>
          </p:cNvPr>
          <p:cNvSpPr/>
          <p:nvPr/>
        </p:nvSpPr>
        <p:spPr>
          <a:xfrm>
            <a:off x="8002139" y="5999778"/>
            <a:ext cx="1780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Research 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B3103-0B02-F509-AA73-EFF4B89E9269}"/>
              </a:ext>
            </a:extLst>
          </p:cNvPr>
          <p:cNvSpPr/>
          <p:nvPr/>
        </p:nvSpPr>
        <p:spPr>
          <a:xfrm>
            <a:off x="3885327" y="2431362"/>
            <a:ext cx="3822326" cy="3321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397243-ED2E-61AE-DCE7-425E6DFE633D}"/>
              </a:ext>
            </a:extLst>
          </p:cNvPr>
          <p:cNvSpPr/>
          <p:nvPr/>
        </p:nvSpPr>
        <p:spPr>
          <a:xfrm>
            <a:off x="2642004" y="2188878"/>
            <a:ext cx="976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Time</a:t>
            </a:r>
          </a:p>
          <a:p>
            <a:pPr algn="ctr"/>
            <a:r>
              <a:rPr lang="en-US" dirty="0">
                <a:cs typeface="Calibri Light" panose="020F0302020204030204" pitchFamily="34" charset="0"/>
              </a:rPr>
              <a:t>Invested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F6872ACF-B37B-5A99-61BD-F7EDBE6272C3}"/>
              </a:ext>
            </a:extLst>
          </p:cNvPr>
          <p:cNvSpPr/>
          <p:nvPr/>
        </p:nvSpPr>
        <p:spPr>
          <a:xfrm rot="15017098">
            <a:off x="4347709" y="2111027"/>
            <a:ext cx="5370858" cy="7284266"/>
          </a:xfrm>
          <a:prstGeom prst="arc">
            <a:avLst>
              <a:gd name="adj1" fmla="val 17684513"/>
              <a:gd name="adj2" fmla="val 1967635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501F26-C88F-CB7A-4AB6-4FA30AA0D1A9}"/>
              </a:ext>
            </a:extLst>
          </p:cNvPr>
          <p:cNvCxnSpPr>
            <a:cxnSpLocks/>
          </p:cNvCxnSpPr>
          <p:nvPr/>
        </p:nvCxnSpPr>
        <p:spPr>
          <a:xfrm flipV="1">
            <a:off x="3641506" y="2434657"/>
            <a:ext cx="2967968" cy="33603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0306E8A-D123-B4BE-C042-1C5B15E84EC3}"/>
              </a:ext>
            </a:extLst>
          </p:cNvPr>
          <p:cNvSpPr/>
          <p:nvPr/>
        </p:nvSpPr>
        <p:spPr>
          <a:xfrm>
            <a:off x="3889914" y="6163353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Literature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Review</a:t>
            </a:r>
            <a:endParaRPr lang="en-US" sz="1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DA5D21-9868-B72F-D360-135C0064A397}"/>
              </a:ext>
            </a:extLst>
          </p:cNvPr>
          <p:cNvCxnSpPr>
            <a:cxnSpLocks/>
          </p:cNvCxnSpPr>
          <p:nvPr/>
        </p:nvCxnSpPr>
        <p:spPr>
          <a:xfrm>
            <a:off x="4441371" y="239694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B25BEC4-817E-D2BE-89B9-DF3FFD8A7127}"/>
              </a:ext>
            </a:extLst>
          </p:cNvPr>
          <p:cNvCxnSpPr>
            <a:cxnSpLocks/>
          </p:cNvCxnSpPr>
          <p:nvPr/>
        </p:nvCxnSpPr>
        <p:spPr>
          <a:xfrm>
            <a:off x="5125490" y="240787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24425E-15B0-853A-4816-AC74BD21DC38}"/>
              </a:ext>
            </a:extLst>
          </p:cNvPr>
          <p:cNvCxnSpPr>
            <a:cxnSpLocks/>
          </p:cNvCxnSpPr>
          <p:nvPr/>
        </p:nvCxnSpPr>
        <p:spPr>
          <a:xfrm>
            <a:off x="7033138" y="2431362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5D01E6B-F00A-5270-6263-845548DB00D2}"/>
              </a:ext>
            </a:extLst>
          </p:cNvPr>
          <p:cNvCxnSpPr>
            <a:cxnSpLocks/>
          </p:cNvCxnSpPr>
          <p:nvPr/>
        </p:nvCxnSpPr>
        <p:spPr>
          <a:xfrm>
            <a:off x="7556265" y="2432187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D8095D4-32C7-D34B-56DC-B759F07B6BA7}"/>
              </a:ext>
            </a:extLst>
          </p:cNvPr>
          <p:cNvCxnSpPr>
            <a:cxnSpLocks/>
          </p:cNvCxnSpPr>
          <p:nvPr/>
        </p:nvCxnSpPr>
        <p:spPr>
          <a:xfrm>
            <a:off x="6223401" y="239694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6E89F85-B68A-2C31-FD86-1BC9772813E7}"/>
              </a:ext>
            </a:extLst>
          </p:cNvPr>
          <p:cNvSpPr/>
          <p:nvPr/>
        </p:nvSpPr>
        <p:spPr>
          <a:xfrm>
            <a:off x="4790311" y="6163353"/>
            <a:ext cx="845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Research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Notes</a:t>
            </a:r>
            <a:endParaRPr 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CF2DCCD-71B5-6C06-9CFB-CFB20A68A627}"/>
              </a:ext>
            </a:extLst>
          </p:cNvPr>
          <p:cNvSpPr/>
          <p:nvPr/>
        </p:nvSpPr>
        <p:spPr>
          <a:xfrm>
            <a:off x="5903027" y="6184444"/>
            <a:ext cx="6472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White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Paper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8256CA-153E-4E8A-D378-7D8121AC5BCF}"/>
              </a:ext>
            </a:extLst>
          </p:cNvPr>
          <p:cNvSpPr/>
          <p:nvPr/>
        </p:nvSpPr>
        <p:spPr>
          <a:xfrm>
            <a:off x="6700700" y="6187400"/>
            <a:ext cx="6399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Thesis</a:t>
            </a:r>
            <a:endParaRPr lang="en-US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FEA9FD-632D-8574-3BE6-3B4A3B366D1D}"/>
              </a:ext>
            </a:extLst>
          </p:cNvPr>
          <p:cNvSpPr/>
          <p:nvPr/>
        </p:nvSpPr>
        <p:spPr>
          <a:xfrm>
            <a:off x="7253404" y="6181927"/>
            <a:ext cx="7168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Journal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Article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39B8A-2CA3-AF22-DBC6-748961A7F1D4}"/>
              </a:ext>
            </a:extLst>
          </p:cNvPr>
          <p:cNvSpPr/>
          <p:nvPr/>
        </p:nvSpPr>
        <p:spPr>
          <a:xfrm>
            <a:off x="7672907" y="2684937"/>
            <a:ext cx="1150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Reproducible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Project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AB2D47-B0F1-8F4D-0B08-CD41AE2B1F8A}"/>
              </a:ext>
            </a:extLst>
          </p:cNvPr>
          <p:cNvSpPr/>
          <p:nvPr/>
        </p:nvSpPr>
        <p:spPr>
          <a:xfrm>
            <a:off x="5921576" y="2063064"/>
            <a:ext cx="14190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Whatever works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90558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is the research product, and who is this for?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78447FF-CE0F-0CA9-3AA7-0EE74B43433F}"/>
              </a:ext>
            </a:extLst>
          </p:cNvPr>
          <p:cNvGrpSpPr>
            <a:grpSpLocks noChangeAspect="1"/>
          </p:cNvGrpSpPr>
          <p:nvPr/>
        </p:nvGrpSpPr>
        <p:grpSpPr>
          <a:xfrm>
            <a:off x="2721479" y="2230773"/>
            <a:ext cx="5291750" cy="4069910"/>
            <a:chOff x="2408033" y="1020725"/>
            <a:chExt cx="6689893" cy="5145229"/>
          </a:xfrm>
        </p:grpSpPr>
        <p:pic>
          <p:nvPicPr>
            <p:cNvPr id="9" name="Picture 8" descr="Chart, radar chart&#10;&#10;Description automatically generated">
              <a:extLst>
                <a:ext uri="{FF2B5EF4-FFF2-40B4-BE49-F238E27FC236}">
                  <a16:creationId xmlns:a16="http://schemas.microsoft.com/office/drawing/2014/main" id="{4FBB6F7F-48B1-D127-9AB4-51EE39CA5F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" t="8090" r="2323" b="10360"/>
            <a:stretch/>
          </p:blipFill>
          <p:spPr>
            <a:xfrm>
              <a:off x="2686494" y="1020725"/>
              <a:ext cx="6411432" cy="50922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6D1067-667B-F63E-88F3-234C8BE93040}"/>
                </a:ext>
              </a:extLst>
            </p:cNvPr>
            <p:cNvSpPr/>
            <p:nvPr/>
          </p:nvSpPr>
          <p:spPr>
            <a:xfrm>
              <a:off x="3732028" y="1594884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80D8C33-3885-80D6-4445-F9C7BF2591FB}"/>
                </a:ext>
              </a:extLst>
            </p:cNvPr>
            <p:cNvSpPr/>
            <p:nvPr/>
          </p:nvSpPr>
          <p:spPr>
            <a:xfrm>
              <a:off x="8364281" y="2167270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9A7CBD-0134-99BE-4DA1-14B215871393}"/>
                </a:ext>
              </a:extLst>
            </p:cNvPr>
            <p:cNvSpPr/>
            <p:nvPr/>
          </p:nvSpPr>
          <p:spPr>
            <a:xfrm>
              <a:off x="8520227" y="1573919"/>
              <a:ext cx="191386" cy="2870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C36010A-B7E9-26BD-7EB3-23CE25126721}"/>
                </a:ext>
              </a:extLst>
            </p:cNvPr>
            <p:cNvSpPr/>
            <p:nvPr/>
          </p:nvSpPr>
          <p:spPr>
            <a:xfrm>
              <a:off x="3573780" y="3299744"/>
              <a:ext cx="223265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A5FEC98-F3F9-DEF4-5B36-A79F1CC31B10}"/>
                </a:ext>
              </a:extLst>
            </p:cNvPr>
            <p:cNvSpPr/>
            <p:nvPr/>
          </p:nvSpPr>
          <p:spPr>
            <a:xfrm>
              <a:off x="2408033" y="3429000"/>
              <a:ext cx="1093623" cy="419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A6C13BCC-47B8-B0A5-1E54-5F007A247E97}"/>
                </a:ext>
              </a:extLst>
            </p:cNvPr>
            <p:cNvSpPr/>
            <p:nvPr/>
          </p:nvSpPr>
          <p:spPr>
            <a:xfrm rot="5400000">
              <a:off x="5740361" y="3382969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357711CF-A053-600F-4B39-574BF9D7B70C}"/>
                </a:ext>
              </a:extLst>
            </p:cNvPr>
            <p:cNvSpPr/>
            <p:nvPr/>
          </p:nvSpPr>
          <p:spPr>
            <a:xfrm>
              <a:off x="5980391" y="3624904"/>
              <a:ext cx="422626" cy="404769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61197D5-FB35-E990-0C85-FA46DF75C92B}"/>
                </a:ext>
              </a:extLst>
            </p:cNvPr>
            <p:cNvSpPr/>
            <p:nvPr/>
          </p:nvSpPr>
          <p:spPr>
            <a:xfrm rot="5400000">
              <a:off x="5295134" y="4558861"/>
              <a:ext cx="1795779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F9C4792-121C-40F2-C73B-F492E4AC5804}"/>
                </a:ext>
              </a:extLst>
            </p:cNvPr>
            <p:cNvSpPr/>
            <p:nvPr/>
          </p:nvSpPr>
          <p:spPr>
            <a:xfrm>
              <a:off x="5599814" y="5745968"/>
              <a:ext cx="1339703" cy="41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F0F1C601-3ECC-470A-882F-001E88DE6669}"/>
              </a:ext>
            </a:extLst>
          </p:cNvPr>
          <p:cNvSpPr/>
          <p:nvPr/>
        </p:nvSpPr>
        <p:spPr>
          <a:xfrm>
            <a:off x="8002139" y="5999778"/>
            <a:ext cx="1780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Research output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B3103-0B02-F509-AA73-EFF4B89E9269}"/>
              </a:ext>
            </a:extLst>
          </p:cNvPr>
          <p:cNvSpPr/>
          <p:nvPr/>
        </p:nvSpPr>
        <p:spPr>
          <a:xfrm>
            <a:off x="3885327" y="2431362"/>
            <a:ext cx="3822326" cy="33217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397243-ED2E-61AE-DCE7-425E6DFE633D}"/>
              </a:ext>
            </a:extLst>
          </p:cNvPr>
          <p:cNvSpPr/>
          <p:nvPr/>
        </p:nvSpPr>
        <p:spPr>
          <a:xfrm>
            <a:off x="2642004" y="2188878"/>
            <a:ext cx="9766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Calibri Light" panose="020F0302020204030204" pitchFamily="34" charset="0"/>
              </a:rPr>
              <a:t>Time</a:t>
            </a:r>
          </a:p>
          <a:p>
            <a:pPr algn="ctr"/>
            <a:r>
              <a:rPr lang="en-US" dirty="0">
                <a:cs typeface="Calibri Light" panose="020F0302020204030204" pitchFamily="34" charset="0"/>
              </a:rPr>
              <a:t>Invested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F6872ACF-B37B-5A99-61BD-F7EDBE6272C3}"/>
              </a:ext>
            </a:extLst>
          </p:cNvPr>
          <p:cNvSpPr/>
          <p:nvPr/>
        </p:nvSpPr>
        <p:spPr>
          <a:xfrm rot="15017098">
            <a:off x="4347709" y="2111027"/>
            <a:ext cx="5370858" cy="7284266"/>
          </a:xfrm>
          <a:prstGeom prst="arc">
            <a:avLst>
              <a:gd name="adj1" fmla="val 17684513"/>
              <a:gd name="adj2" fmla="val 1967635"/>
            </a:avLst>
          </a:prstGeom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501F26-C88F-CB7A-4AB6-4FA30AA0D1A9}"/>
              </a:ext>
            </a:extLst>
          </p:cNvPr>
          <p:cNvCxnSpPr>
            <a:cxnSpLocks/>
          </p:cNvCxnSpPr>
          <p:nvPr/>
        </p:nvCxnSpPr>
        <p:spPr>
          <a:xfrm flipV="1">
            <a:off x="3641506" y="2434657"/>
            <a:ext cx="2967968" cy="33603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E0306E8A-D123-B4BE-C042-1C5B15E84EC3}"/>
              </a:ext>
            </a:extLst>
          </p:cNvPr>
          <p:cNvSpPr/>
          <p:nvPr/>
        </p:nvSpPr>
        <p:spPr>
          <a:xfrm>
            <a:off x="3889914" y="6163353"/>
            <a:ext cx="8996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Literature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Review</a:t>
            </a:r>
            <a:endParaRPr lang="en-US" sz="14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ADA5D21-9868-B72F-D360-135C0064A397}"/>
              </a:ext>
            </a:extLst>
          </p:cNvPr>
          <p:cNvCxnSpPr>
            <a:cxnSpLocks/>
          </p:cNvCxnSpPr>
          <p:nvPr/>
        </p:nvCxnSpPr>
        <p:spPr>
          <a:xfrm>
            <a:off x="4441371" y="239694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B25BEC4-817E-D2BE-89B9-DF3FFD8A7127}"/>
              </a:ext>
            </a:extLst>
          </p:cNvPr>
          <p:cNvCxnSpPr>
            <a:cxnSpLocks/>
          </p:cNvCxnSpPr>
          <p:nvPr/>
        </p:nvCxnSpPr>
        <p:spPr>
          <a:xfrm>
            <a:off x="5125490" y="240787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F24425E-15B0-853A-4816-AC74BD21DC38}"/>
              </a:ext>
            </a:extLst>
          </p:cNvPr>
          <p:cNvCxnSpPr>
            <a:cxnSpLocks/>
          </p:cNvCxnSpPr>
          <p:nvPr/>
        </p:nvCxnSpPr>
        <p:spPr>
          <a:xfrm>
            <a:off x="7033138" y="2431362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5D01E6B-F00A-5270-6263-845548DB00D2}"/>
              </a:ext>
            </a:extLst>
          </p:cNvPr>
          <p:cNvCxnSpPr>
            <a:cxnSpLocks/>
          </p:cNvCxnSpPr>
          <p:nvPr/>
        </p:nvCxnSpPr>
        <p:spPr>
          <a:xfrm>
            <a:off x="7556265" y="2432187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D8095D4-32C7-D34B-56DC-B759F07B6BA7}"/>
              </a:ext>
            </a:extLst>
          </p:cNvPr>
          <p:cNvCxnSpPr>
            <a:cxnSpLocks/>
          </p:cNvCxnSpPr>
          <p:nvPr/>
        </p:nvCxnSpPr>
        <p:spPr>
          <a:xfrm>
            <a:off x="6223401" y="2396948"/>
            <a:ext cx="0" cy="3787496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6E89F85-B68A-2C31-FD86-1BC9772813E7}"/>
              </a:ext>
            </a:extLst>
          </p:cNvPr>
          <p:cNvSpPr/>
          <p:nvPr/>
        </p:nvSpPr>
        <p:spPr>
          <a:xfrm>
            <a:off x="4790311" y="6163353"/>
            <a:ext cx="8457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Research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Notes</a:t>
            </a:r>
            <a:endParaRPr 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CF2DCCD-71B5-6C06-9CFB-CFB20A68A627}"/>
              </a:ext>
            </a:extLst>
          </p:cNvPr>
          <p:cNvSpPr/>
          <p:nvPr/>
        </p:nvSpPr>
        <p:spPr>
          <a:xfrm>
            <a:off x="5903027" y="6184444"/>
            <a:ext cx="6472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White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Paper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8256CA-153E-4E8A-D378-7D8121AC5BCF}"/>
              </a:ext>
            </a:extLst>
          </p:cNvPr>
          <p:cNvSpPr/>
          <p:nvPr/>
        </p:nvSpPr>
        <p:spPr>
          <a:xfrm>
            <a:off x="6700700" y="6187400"/>
            <a:ext cx="6399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Thesis</a:t>
            </a:r>
            <a:endParaRPr lang="en-US" sz="14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FEA9FD-632D-8574-3BE6-3B4A3B366D1D}"/>
              </a:ext>
            </a:extLst>
          </p:cNvPr>
          <p:cNvSpPr/>
          <p:nvPr/>
        </p:nvSpPr>
        <p:spPr>
          <a:xfrm>
            <a:off x="7253404" y="6181927"/>
            <a:ext cx="7168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Journal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Article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F39B8A-2CA3-AF22-DBC6-748961A7F1D4}"/>
              </a:ext>
            </a:extLst>
          </p:cNvPr>
          <p:cNvSpPr/>
          <p:nvPr/>
        </p:nvSpPr>
        <p:spPr>
          <a:xfrm>
            <a:off x="7672907" y="2684937"/>
            <a:ext cx="11500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Reproducible</a:t>
            </a:r>
          </a:p>
          <a:p>
            <a:pPr algn="ctr"/>
            <a:r>
              <a:rPr lang="en-US" sz="1400" dirty="0">
                <a:cs typeface="Calibri Light" panose="020F0302020204030204" pitchFamily="34" charset="0"/>
              </a:rPr>
              <a:t>Project</a:t>
            </a:r>
            <a:endParaRPr lang="en-US" sz="14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AB2D47-B0F1-8F4D-0B08-CD41AE2B1F8A}"/>
              </a:ext>
            </a:extLst>
          </p:cNvPr>
          <p:cNvSpPr/>
          <p:nvPr/>
        </p:nvSpPr>
        <p:spPr>
          <a:xfrm>
            <a:off x="5921576" y="2063064"/>
            <a:ext cx="141904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cs typeface="Calibri Light" panose="020F0302020204030204" pitchFamily="34" charset="0"/>
              </a:rPr>
              <a:t>Whatever works</a:t>
            </a:r>
            <a:endParaRPr lang="en-US" sz="1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990B46-2BEF-B0B6-C9B1-5C09ABF299EB}"/>
              </a:ext>
            </a:extLst>
          </p:cNvPr>
          <p:cNvCxnSpPr>
            <a:cxnSpLocks/>
          </p:cNvCxnSpPr>
          <p:nvPr/>
        </p:nvCxnSpPr>
        <p:spPr>
          <a:xfrm>
            <a:off x="10351382" y="2407878"/>
            <a:ext cx="0" cy="3787496"/>
          </a:xfrm>
          <a:prstGeom prst="line">
            <a:avLst/>
          </a:prstGeom>
          <a:ln w="28575">
            <a:solidFill>
              <a:srgbClr val="FF000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585AA6B-7B3D-D82B-171C-292C8F7DE5B9}"/>
              </a:ext>
            </a:extLst>
          </p:cNvPr>
          <p:cNvSpPr/>
          <p:nvPr/>
        </p:nvSpPr>
        <p:spPr>
          <a:xfrm>
            <a:off x="9872280" y="6205789"/>
            <a:ext cx="9582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  <a:cs typeface="Calibri Light" panose="020F0302020204030204" pitchFamily="34" charset="0"/>
              </a:rPr>
              <a:t>Economics</a:t>
            </a:r>
          </a:p>
          <a:p>
            <a:pPr algn="ctr"/>
            <a:r>
              <a:rPr lang="en-US" sz="1400" dirty="0">
                <a:solidFill>
                  <a:srgbClr val="FF0000"/>
                </a:solidFill>
                <a:cs typeface="Calibri Light" panose="020F0302020204030204" pitchFamily="34" charset="0"/>
              </a:rPr>
              <a:t>Journal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933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is the research product, and who is this for?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There are very real fixed costs (and switching costs!) to building a foundation that is conducive to reproducible research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This isn’t always worth it! BUT, many times it is...</a:t>
            </a: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You have a research idea!!! 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What are some things that you use to get started?</a:t>
            </a:r>
          </a:p>
          <a:p>
            <a:pPr lvl="1"/>
            <a:endParaRPr lang="en-US" dirty="0">
              <a:solidFill>
                <a:schemeClr val="bg1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Okay great, you want a research paper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Knowing this… what are your expectations?</a:t>
            </a:r>
          </a:p>
          <a:p>
            <a:pPr lvl="2"/>
            <a:r>
              <a:rPr lang="en-US" dirty="0">
                <a:solidFill>
                  <a:schemeClr val="bg1"/>
                </a:solidFill>
                <a:latin typeface="+mj-lt"/>
              </a:rPr>
              <a:t>Timeframe, workflow, process, etc.</a:t>
            </a: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81513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is the research product, and who is this for?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There are very real fixed costs (and switching costs!) to building a foundation that is conducive to reproducible research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This isn’t always worth it! BUT, many times it is...</a:t>
            </a: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You have a research idea!!!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are some things that you use to get started?</a:t>
            </a: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Okay great, you want a research paper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Knowing this… what are your expectations?</a:t>
            </a:r>
          </a:p>
          <a:p>
            <a:pPr lvl="2"/>
            <a:r>
              <a:rPr lang="en-US" dirty="0">
                <a:solidFill>
                  <a:schemeClr val="bg1"/>
                </a:solidFill>
                <a:latin typeface="+mj-lt"/>
              </a:rPr>
              <a:t>Timeframe, workflow, process, etc.</a:t>
            </a: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1026" name="Picture 2" descr="My own research about IDEAS! (ep. 1) — Steemit">
            <a:extLst>
              <a:ext uri="{FF2B5EF4-FFF2-40B4-BE49-F238E27FC236}">
                <a16:creationId xmlns:a16="http://schemas.microsoft.com/office/drawing/2014/main" id="{33CF3762-1113-7571-6886-B46539C20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309" y="2793878"/>
            <a:ext cx="3453402" cy="345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794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is the research product, and who is this for?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There are very real fixed costs (and switching costs!) to building a foundation that is conducive to reproducible research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This isn’t always worth it! BUT, many times it is...</a:t>
            </a: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You have a research idea!!! 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What are some things that you use to get started?</a:t>
            </a: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Okay great, you want a research paper</a:t>
            </a: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Knowing this… what are your expectations?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Timeframe, workflow, process, etc.</a:t>
            </a: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1026" name="Picture 2" descr="My own research about IDEAS! (ep. 1) — Steemit">
            <a:extLst>
              <a:ext uri="{FF2B5EF4-FFF2-40B4-BE49-F238E27FC236}">
                <a16:creationId xmlns:a16="http://schemas.microsoft.com/office/drawing/2014/main" id="{33CF3762-1113-7571-6886-B46539C20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309" y="2793878"/>
            <a:ext cx="3453402" cy="3453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0499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“A clean workspace produces clean work”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lvl="1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Integrated Development Environments (IDE’s)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hlinkClick r:id="rId2"/>
              </a:rPr>
              <a:t>RStudio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The R programming language, although can be used with others</a:t>
            </a:r>
          </a:p>
          <a:p>
            <a:pPr lvl="2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hlinkClick r:id="rId3"/>
            </a:endParaRP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hlinkClick r:id="rId3"/>
              </a:rPr>
              <a:t>Visual Studio Code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VScode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)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Many programming languages, typically Python, Julia, HTML, Java</a:t>
            </a:r>
          </a:p>
          <a:p>
            <a:pPr lvl="2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hlinkClick r:id="rId4"/>
            </a:endParaRP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hlinkClick r:id="rId4"/>
              </a:rPr>
              <a:t>Jupyter Notebooks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Many Programming languages, typically Python, Julia</a:t>
            </a:r>
          </a:p>
          <a:p>
            <a:pPr lvl="2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hlinkClick r:id="rId5"/>
            </a:endParaRP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hlinkClick r:id="rId5"/>
              </a:rPr>
              <a:t>Spyder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Python (but maybe others?)</a:t>
            </a:r>
          </a:p>
          <a:p>
            <a:pPr lvl="3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4106" name="Picture 10" descr="FRA500 Software Review : Visual Studio Code | by Natdhanai wangwiwatthana |  Medium">
            <a:extLst>
              <a:ext uri="{FF2B5EF4-FFF2-40B4-BE49-F238E27FC236}">
                <a16:creationId xmlns:a16="http://schemas.microsoft.com/office/drawing/2014/main" id="{3D7D24DB-1F0C-A436-4F4B-6AE5E0265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504" y="3080013"/>
            <a:ext cx="2043165" cy="1149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Project Jupyter | Try Jupyter">
            <a:extLst>
              <a:ext uri="{FF2B5EF4-FFF2-40B4-BE49-F238E27FC236}">
                <a16:creationId xmlns:a16="http://schemas.microsoft.com/office/drawing/2014/main" id="{EBE33D72-CDBF-FC27-93F4-D664AA4C6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2183" y="4444517"/>
            <a:ext cx="1626994" cy="855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Spyder (software) - Wikipedia">
            <a:extLst>
              <a:ext uri="{FF2B5EF4-FFF2-40B4-BE49-F238E27FC236}">
                <a16:creationId xmlns:a16="http://schemas.microsoft.com/office/drawing/2014/main" id="{70D074F2-0BAF-5677-3C12-B6A7A446A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4805" y="5175019"/>
            <a:ext cx="2298562" cy="114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Studio Working with Code: Part 2 - YouTube">
            <a:extLst>
              <a:ext uri="{FF2B5EF4-FFF2-40B4-BE49-F238E27FC236}">
                <a16:creationId xmlns:a16="http://schemas.microsoft.com/office/drawing/2014/main" id="{DB7402D8-DC07-A47C-7F37-DCCF26772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3" t="16321" r="14577" b="38860"/>
          <a:stretch/>
        </p:blipFill>
        <p:spPr bwMode="auto">
          <a:xfrm>
            <a:off x="9497052" y="2268520"/>
            <a:ext cx="1762125" cy="66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563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R-markdown and Jupyter Notebooks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Pros: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Great for local, systematic progression of research questions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Can even write a whole paper (or presentation)! </a:t>
            </a:r>
          </a:p>
          <a:p>
            <a:pPr lvl="2"/>
            <a:r>
              <a:rPr lang="en-US" dirty="0">
                <a:solidFill>
                  <a:schemeClr val="bg1"/>
                </a:solidFill>
                <a:latin typeface="+mj-lt"/>
              </a:rPr>
              <a:t>Cons: </a:t>
            </a:r>
          </a:p>
          <a:p>
            <a:pPr lvl="3"/>
            <a:r>
              <a:rPr lang="en-US" dirty="0">
                <a:solidFill>
                  <a:schemeClr val="bg1"/>
                </a:solidFill>
                <a:latin typeface="+mj-lt"/>
              </a:rPr>
              <a:t>Markdown language/HTML is another thing to learn. </a:t>
            </a:r>
          </a:p>
          <a:p>
            <a:pPr lvl="3"/>
            <a:r>
              <a:rPr lang="en-US" dirty="0">
                <a:solidFill>
                  <a:schemeClr val="bg1"/>
                </a:solidFill>
                <a:latin typeface="+mj-lt"/>
              </a:rPr>
              <a:t>Pretty restrictive in formatting and look (although they have some good options!)</a:t>
            </a:r>
          </a:p>
          <a:p>
            <a:pPr lvl="3"/>
            <a:r>
              <a:rPr lang="en-US" dirty="0">
                <a:solidFill>
                  <a:schemeClr val="bg1"/>
                </a:solidFill>
                <a:latin typeface="+mj-lt"/>
              </a:rPr>
              <a:t>Difficult to collaborate, not many users </a:t>
            </a:r>
          </a:p>
          <a:p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chemeClr val="bg1"/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 problem set assignment</a:t>
            </a:r>
            <a:endParaRPr lang="en-US" dirty="0">
              <a:solidFill>
                <a:schemeClr val="bg1"/>
              </a:solidFill>
              <a:latin typeface="+mj-lt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922CC-A8DA-7D2E-5C00-9EAFB5389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664" y="3708865"/>
            <a:ext cx="1303353" cy="1504287"/>
          </a:xfrm>
          <a:prstGeom prst="rect">
            <a:avLst/>
          </a:prstGeom>
        </p:spPr>
      </p:pic>
      <p:pic>
        <p:nvPicPr>
          <p:cNvPr id="6" name="Picture 12" descr="Project Jupyter | Try Jupyter">
            <a:extLst>
              <a:ext uri="{FF2B5EF4-FFF2-40B4-BE49-F238E27FC236}">
                <a16:creationId xmlns:a16="http://schemas.microsoft.com/office/drawing/2014/main" id="{842E9A49-1988-5016-C4F4-FDD6AEAA8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1364" y="5496501"/>
            <a:ext cx="2210636" cy="116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809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R-markdown and Jupyter Notebooks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Pros: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Great for local, systematic progression of research questions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Can even write a whole paper (or presentation)! 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Cons: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Markdown language/HTML is another thing to learn.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Pretty restrictive in formatting and look (although they have some good options!)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Difficult to collaborate, not many users 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chemeClr val="bg1"/>
                </a:solidFill>
                <a:latin typeface="+mj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 problem set assignment</a:t>
            </a:r>
            <a:endParaRPr lang="en-US" dirty="0">
              <a:solidFill>
                <a:schemeClr val="bg1"/>
              </a:solidFill>
              <a:latin typeface="+mj-lt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922CC-A8DA-7D2E-5C00-9EAFB5389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664" y="3708865"/>
            <a:ext cx="1303353" cy="1504287"/>
          </a:xfrm>
          <a:prstGeom prst="rect">
            <a:avLst/>
          </a:prstGeom>
        </p:spPr>
      </p:pic>
      <p:pic>
        <p:nvPicPr>
          <p:cNvPr id="6" name="Picture 12" descr="Project Jupyter | Try Jupyter">
            <a:extLst>
              <a:ext uri="{FF2B5EF4-FFF2-40B4-BE49-F238E27FC236}">
                <a16:creationId xmlns:a16="http://schemas.microsoft.com/office/drawing/2014/main" id="{842E9A49-1988-5016-C4F4-FDD6AEAA8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1364" y="5496501"/>
            <a:ext cx="2210636" cy="116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566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R-markdown and Jupyter Notebooks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Pros: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Great for local, systematic progression of research questions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Can even write a whole paper (or presentation)! 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Cons: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Markdown language/HTML is another thing to learn.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Pretty restrictive in formatting and look (although they have some good options!)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Difficult to collaborate, not many users 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hlinkClick r:id="rId2"/>
              </a:rPr>
              <a:t>Example problem set assignment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922CC-A8DA-7D2E-5C00-9EAFB5389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664" y="3708865"/>
            <a:ext cx="1303353" cy="1504287"/>
          </a:xfrm>
          <a:prstGeom prst="rect">
            <a:avLst/>
          </a:prstGeom>
        </p:spPr>
      </p:pic>
      <p:pic>
        <p:nvPicPr>
          <p:cNvPr id="6" name="Picture 12" descr="Project Jupyter | Try Jupyter">
            <a:extLst>
              <a:ext uri="{FF2B5EF4-FFF2-40B4-BE49-F238E27FC236}">
                <a16:creationId xmlns:a16="http://schemas.microsoft.com/office/drawing/2014/main" id="{842E9A49-1988-5016-C4F4-FDD6AEAA8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1364" y="5496501"/>
            <a:ext cx="2210636" cy="116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03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GitHub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Pros: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Really nice for compartmentalizing your research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Comparing changes in code (called “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dif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” or “differencing”,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hlinkClick r:id="rId2"/>
              </a:rPr>
              <a:t>e.g.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)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Versioning and collaboration (originally designed for this)</a:t>
            </a:r>
          </a:p>
          <a:p>
            <a:pPr lvl="2"/>
            <a:r>
              <a:rPr lang="en-US" dirty="0">
                <a:solidFill>
                  <a:schemeClr val="bg1"/>
                </a:solidFill>
                <a:latin typeface="+mj-lt"/>
              </a:rPr>
              <a:t>Cons: </a:t>
            </a:r>
          </a:p>
          <a:p>
            <a:pPr lvl="3"/>
            <a:r>
              <a:rPr lang="en-US" dirty="0">
                <a:solidFill>
                  <a:schemeClr val="bg1"/>
                </a:solidFill>
                <a:latin typeface="+mj-lt"/>
              </a:rPr>
              <a:t>Can be </a:t>
            </a:r>
            <a:r>
              <a:rPr lang="en-US" i="1" dirty="0">
                <a:solidFill>
                  <a:schemeClr val="bg1"/>
                </a:solidFill>
                <a:latin typeface="+mj-lt"/>
              </a:rPr>
              <a:t>slightly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tricky to learn (but SO worth it!)</a:t>
            </a:r>
          </a:p>
          <a:p>
            <a:pPr lvl="3"/>
            <a:r>
              <a:rPr lang="en-US" dirty="0">
                <a:solidFill>
                  <a:schemeClr val="bg1"/>
                </a:solidFill>
                <a:latin typeface="+mj-lt"/>
              </a:rPr>
              <a:t>Not ideal for data transfer, no large files, etc. </a:t>
            </a:r>
          </a:p>
          <a:p>
            <a:pPr lvl="2"/>
            <a:endParaRPr lang="en-US" dirty="0">
              <a:solidFill>
                <a:schemeClr val="bg1"/>
              </a:solidFill>
              <a:latin typeface="+mj-lt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chemeClr val="bg1"/>
                </a:solidFill>
                <a:latin typeface="+mj-lt"/>
              </a:rPr>
              <a:t>You really shouldn’t live without this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2050" name="Picture 2" descr="What is GitHub? — Pythia Foundations">
            <a:extLst>
              <a:ext uri="{FF2B5EF4-FFF2-40B4-BE49-F238E27FC236}">
                <a16:creationId xmlns:a16="http://schemas.microsoft.com/office/drawing/2014/main" id="{A8F3DD7C-761A-D2C7-D41C-A306E6799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182" y="3822639"/>
            <a:ext cx="4893547" cy="2752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071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GitHub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Pros: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Really nice for compartmentalizing your research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Comparing changes in code (called “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dif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” or “differencing”,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hlinkClick r:id="rId2"/>
              </a:rPr>
              <a:t>e.g.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)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Versioning and collaboration (originally designed for this)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Cons: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Can be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slightly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tricky to learn (but SO worth it!)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Not ideal for data transfer, no large files, etc. </a:t>
            </a:r>
          </a:p>
          <a:p>
            <a:pPr lvl="2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chemeClr val="bg1"/>
                </a:solidFill>
                <a:latin typeface="+mj-lt"/>
              </a:rPr>
              <a:t>You really shouldn’t live without this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2050" name="Picture 2" descr="What is GitHub? — Pythia Foundations">
            <a:extLst>
              <a:ext uri="{FF2B5EF4-FFF2-40B4-BE49-F238E27FC236}">
                <a16:creationId xmlns:a16="http://schemas.microsoft.com/office/drawing/2014/main" id="{A8F3DD7C-761A-D2C7-D41C-A306E6799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182" y="3822639"/>
            <a:ext cx="4893547" cy="2752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541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Tools for Reproducible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6A60-8E4E-855B-0BFE-997BF706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8315"/>
            <a:ext cx="10515600" cy="470864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GitHub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Pros: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Really nice for compartmentalizing your research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Comparing changes in code (called “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dif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” or “differencing”,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hlinkClick r:id="rId2"/>
              </a:rPr>
              <a:t>e.g.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)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Versioning and collaboration (originally designed for this)</a:t>
            </a:r>
          </a:p>
          <a:p>
            <a:pPr lvl="2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Cons: 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Can be </a:t>
            </a:r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slightly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tricky to learn (but SO worth it!)</a:t>
            </a:r>
          </a:p>
          <a:p>
            <a:pPr lvl="3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Not ideal for data transfer, no large files, etc. </a:t>
            </a:r>
          </a:p>
          <a:p>
            <a:pPr lvl="2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marL="914400" lvl="2" indent="0"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You really shouldn’t live without this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lvl="1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2050" name="Picture 2" descr="What is GitHub? — Pythia Foundations">
            <a:extLst>
              <a:ext uri="{FF2B5EF4-FFF2-40B4-BE49-F238E27FC236}">
                <a16:creationId xmlns:a16="http://schemas.microsoft.com/office/drawing/2014/main" id="{A8F3DD7C-761A-D2C7-D41C-A306E6799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7182" y="3822639"/>
            <a:ext cx="4893547" cy="2752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075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2339D-4453-56D7-0149-F84D066C6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Example Repositories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E48863-BC2A-ACC1-0B22-CE2D1A635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14581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0719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5A6FCEC7CAE6428412A13C5A7AB639" ma:contentTypeVersion="13" ma:contentTypeDescription="Create a new document." ma:contentTypeScope="" ma:versionID="04a5664bd3e6e9afef2484ddeee46922">
  <xsd:schema xmlns:xsd="http://www.w3.org/2001/XMLSchema" xmlns:xs="http://www.w3.org/2001/XMLSchema" xmlns:p="http://schemas.microsoft.com/office/2006/metadata/properties" xmlns:ns1="http://schemas.microsoft.com/sharepoint/v3" xmlns:ns2="4ffa91fb-a0ff-4ac5-b2db-65c790d184a4" xmlns:ns3="http://schemas.microsoft.com/sharepoint.v3" xmlns:ns4="http://schemas.microsoft.com/sharepoint/v3/fields" xmlns:ns5="6316e08d-59eb-4834-a38a-0b4a1d3a2532" xmlns:ns6="e3b9e024-192f-4b11-811c-3cf166ba4edd" targetNamespace="http://schemas.microsoft.com/office/2006/metadata/properties" ma:root="true" ma:fieldsID="9d47da3af7f2feaa9363a8232b3c2cac" ns1:_="" ns2:_="" ns3:_="" ns4:_="" ns5:_="" ns6:_="">
    <xsd:import namespace="http://schemas.microsoft.com/sharepoint/v3"/>
    <xsd:import namespace="4ffa91fb-a0ff-4ac5-b2db-65c790d184a4"/>
    <xsd:import namespace="http://schemas.microsoft.com/sharepoint.v3"/>
    <xsd:import namespace="http://schemas.microsoft.com/sharepoint/v3/fields"/>
    <xsd:import namespace="6316e08d-59eb-4834-a38a-0b4a1d3a2532"/>
    <xsd:import namespace="e3b9e024-192f-4b11-811c-3cf166ba4edd"/>
    <xsd:element name="properties">
      <xsd:complexType>
        <xsd:sequence>
          <xsd:element name="documentManagement">
            <xsd:complexType>
              <xsd:all>
                <xsd:element ref="ns2:Document_x0020_Creation_x0020_Date" minOccurs="0"/>
                <xsd:element ref="ns2:Creator" minOccurs="0"/>
                <xsd:element ref="ns2:EPA_x0020_Office" minOccurs="0"/>
                <xsd:element ref="ns2:Record" minOccurs="0"/>
                <xsd:element ref="ns3:CategoryDescription" minOccurs="0"/>
                <xsd:element ref="ns2:Identifier" minOccurs="0"/>
                <xsd:element ref="ns2:EPA_x0020_Contributor" minOccurs="0"/>
                <xsd:element ref="ns2:External_x0020_Contributor" minOccurs="0"/>
                <xsd:element ref="ns4:_Coverage" minOccurs="0"/>
                <xsd:element ref="ns2:EPA_x0020_Related_x0020_Documents" minOccurs="0"/>
                <xsd:element ref="ns4:_Source" minOccurs="0"/>
                <xsd:element ref="ns2:Rights" minOccurs="0"/>
                <xsd:element ref="ns1:Language" minOccurs="0"/>
                <xsd:element ref="ns2:j747ac98061d40f0aa7bd47e1db5675d" minOccurs="0"/>
                <xsd:element ref="ns2:TaxKeywordTaxHTField" minOccurs="0"/>
                <xsd:element ref="ns2:TaxCatchAllLabel" minOccurs="0"/>
                <xsd:element ref="ns2:TaxCatchAll" minOccurs="0"/>
                <xsd:element ref="ns5:MediaServiceMetadata" minOccurs="0"/>
                <xsd:element ref="ns5:MediaServiceFastMetadata" minOccurs="0"/>
                <xsd:element ref="ns6:SharedWithUsers" minOccurs="0"/>
                <xsd:element ref="ns6:SharedWithDetails" minOccurs="0"/>
                <xsd:element ref="ns5:lcf76f155ced4ddcb4097134ff3c332f" minOccurs="0"/>
                <xsd:element ref="ns5:MediaServiceOCR" minOccurs="0"/>
                <xsd:element ref="ns5:MediaServiceGenerationTime" minOccurs="0"/>
                <xsd:element ref="ns5:MediaServiceEventHashCode" minOccurs="0"/>
                <xsd:element ref="ns5:MediaServiceObjectDetectorVersions" minOccurs="0"/>
                <xsd:element ref="ns5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anguage" ma:index="17" nillable="true" ma:displayName="Language" ma:default="English" ma:description="Select the document language from the drop down." ma:format="Dropdown" ma:internalName="Language" ma:readOnly="false">
      <xsd:simpleType>
        <xsd:restriction base="dms:Choice">
          <xsd:enumeration value="Arabic (Saudi Arabia)"/>
          <xsd:enumeration value="Bulgarian (Bulgaria)"/>
          <xsd:enumeration value="Chinese (Hong Kong S.A.R.)"/>
          <xsd:enumeration value="Chinese (People's Republic of China)"/>
          <xsd:enumeration value="Chinese (Taiwan)"/>
          <xsd:enumeration value="Croatian (Croatia)"/>
          <xsd:enumeration value="Czech (Czech Republic)"/>
          <xsd:enumeration value="Danish (Denmark)"/>
          <xsd:enumeration value="Dutch (Netherlands)"/>
          <xsd:enumeration value="English"/>
          <xsd:enumeration value="Estonian (Estonia)"/>
          <xsd:enumeration value="Finnish (Finland)"/>
          <xsd:enumeration value="French (France)"/>
          <xsd:enumeration value="German (Germany)"/>
          <xsd:enumeration value="Greek (Greece)"/>
          <xsd:enumeration value="Hebrew (Israel)"/>
          <xsd:enumeration value="Hindi (India)"/>
          <xsd:enumeration value="Hungarian (Hungary)"/>
          <xsd:enumeration value="Indonesian (Indonesia)"/>
          <xsd:enumeration value="Italian (Italy)"/>
          <xsd:enumeration value="Japanese (Japan)"/>
          <xsd:enumeration value="Korean (Korea)"/>
          <xsd:enumeration value="Latvian (Latvia)"/>
          <xsd:enumeration value="Lithuanian (Lithuania)"/>
          <xsd:enumeration value="Malay (Malaysia)"/>
          <xsd:enumeration value="Norwegian (Bokmal) (Norway)"/>
          <xsd:enumeration value="Polish (Poland)"/>
          <xsd:enumeration value="Portuguese (Brazil)"/>
          <xsd:enumeration value="Portuguese (Portugal)"/>
          <xsd:enumeration value="Romanian (Romania)"/>
          <xsd:enumeration value="Russian (Russia)"/>
          <xsd:enumeration value="Serbian (Latin) (Serbia)"/>
          <xsd:enumeration value="Slovak (Slovakia)"/>
          <xsd:enumeration value="Slovenian (Slovenia)"/>
          <xsd:enumeration value="Spanish (Spain)"/>
          <xsd:enumeration value="Swedish (Sweden)"/>
          <xsd:enumeration value="Thai (Thailand)"/>
          <xsd:enumeration value="Turkish (Turkey)"/>
          <xsd:enumeration value="Ukrainian (Ukraine)"/>
          <xsd:enumeration value="Urdu (Islamic Republic of Pakistan)"/>
          <xsd:enumeration value="Vietnamese (Vietnam)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fa91fb-a0ff-4ac5-b2db-65c790d184a4" elementFormDefault="qualified">
    <xsd:import namespace="http://schemas.microsoft.com/office/2006/documentManagement/types"/>
    <xsd:import namespace="http://schemas.microsoft.com/office/infopath/2007/PartnerControls"/>
    <xsd:element name="Document_x0020_Creation_x0020_Date" ma:index="2" nillable="true" ma:displayName="Document Date" ma:default="[today]" ma:description="Enter the date this document was last modified. The upload date has been entered by default." ma:format="DateOnly" ma:internalName="Document_x0020_Creation_x0020_Date" ma:readOnly="false">
      <xsd:simpleType>
        <xsd:restriction base="dms:DateTime"/>
      </xsd:simpleType>
    </xsd:element>
    <xsd:element name="Creator" ma:index="3" nillable="true" ma:displayName="Creator" ma:description="Enter the person primarily responsible for the document. The name of the person uploading the document has been entered by default." ma:list="UserInfo" ma:SharePointGroup="0" ma:internalName="Creato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PA_x0020_Office" ma:index="4" nillable="true" ma:displayName="EPA Office" ma:description="Enter the EPA organization primarily responsible for the document. The office of the person uploading the document has been entered by default." ma:internalName="EPA_x0020_Office" ma:readOnly="false">
      <xsd:simpleType>
        <xsd:restriction base="dms:Text">
          <xsd:maxLength value="255"/>
        </xsd:restriction>
      </xsd:simpleType>
    </xsd:element>
    <xsd:element name="Record" ma:index="5" nillable="true" ma:displayName="Record" ma:default="Shared" ma:description="For documents that provide evidence of EPA decisions and actions, select &quot;Shared&quot; (open access) or &quot;Private&quot; (restricted access)." ma:format="Dropdown" ma:internalName="Record" ma:readOnly="false">
      <xsd:simpleType>
        <xsd:restriction base="dms:Choice">
          <xsd:enumeration value="None"/>
          <xsd:enumeration value="Shared"/>
          <xsd:enumeration value="Private"/>
        </xsd:restriction>
      </xsd:simpleType>
    </xsd:element>
    <xsd:element name="Identifier" ma:index="9" nillable="true" ma:displayName="Identifier" ma:description="Enter all EPA identification numbers applicable to this document, one on each line." ma:internalName="Identifier" ma:readOnly="false">
      <xsd:simpleType>
        <xsd:restriction base="dms:Note">
          <xsd:maxLength value="255"/>
        </xsd:restriction>
      </xsd:simpleType>
    </xsd:element>
    <xsd:element name="EPA_x0020_Contributor" ma:index="11" nillable="true" ma:displayName="EPA Contributor" ma:description="Enter an EPA person who contributed to the creation of the document but is not the primary author." ma:list="UserInfo" ma:SharePointGroup="0" ma:internalName="EPA_x0020_Contributo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Contributor" ma:index="12" nillable="true" ma:displayName="External Contributor" ma:description="Enter a non-EPA person who contributed to the creation of the document but is not the primary author." ma:internalName="External_x0020_Contributor" ma:readOnly="false">
      <xsd:simpleType>
        <xsd:restriction base="dms:Note">
          <xsd:maxLength value="255"/>
        </xsd:restriction>
      </xsd:simpleType>
    </xsd:element>
    <xsd:element name="EPA_x0020_Related_x0020_Documents" ma:index="14" nillable="true" ma:displayName="Other Related Documents" ma:description="Enter any related document." ma:internalName="EPA_x0020_Related_x0020_Documents" ma:readOnly="false">
      <xsd:simpleType>
        <xsd:restriction base="dms:Note">
          <xsd:maxLength value="255"/>
        </xsd:restriction>
      </xsd:simpleType>
    </xsd:element>
    <xsd:element name="Rights" ma:index="16" nillable="true" ma:displayName="Rights" ma:description="Enter information about intellectual property rights held over the document (e.g. copyright, patent, trademark)." ma:internalName="Rights" ma:readOnly="false">
      <xsd:simpleType>
        <xsd:restriction base="dms:Note">
          <xsd:maxLength value="255"/>
        </xsd:restriction>
      </xsd:simpleType>
    </xsd:element>
    <xsd:element name="j747ac98061d40f0aa7bd47e1db5675d" ma:index="19" nillable="true" ma:taxonomy="true" ma:internalName="j747ac98061d40f0aa7bd47e1db5675d" ma:taxonomyFieldName="Document_x0020_Type" ma:displayName="Document Type" ma:readOnly="false" ma:default="" ma:fieldId="{3747ac98-061d-40f0-aa7b-d47e1db5675d}" ma:sspId="29f62856-1543-49d4-a736-4569d363f533" ma:termSetId="e06cd6a9-a175-4da0-81cb-8dba7aa394a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KeywordTaxHTField" ma:index="21" nillable="true" ma:taxonomy="true" ma:internalName="TaxKeywordTaxHTField" ma:taxonomyFieldName="TaxKeyword" ma:displayName="Enterprise Keywords" ma:readOnly="false" ma:fieldId="{23f27201-bee3-471e-b2e7-b64fd8b7ca38}" ma:taxonomyMulti="true" ma:sspId="29f62856-1543-49d4-a736-4569d363f533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Label" ma:index="23" nillable="true" ma:displayName="Taxonomy Catch All Column1" ma:hidden="true" ma:list="{02d450f1-a9d0-4e0a-92b5-08d17e719103}" ma:internalName="TaxCatchAllLabel" ma:readOnly="true" ma:showField="CatchAllDataLabel" ma:web="e3b9e024-192f-4b11-811c-3cf166ba4e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" ma:index="24" nillable="true" ma:displayName="Taxonomy Catch All Column" ma:hidden="true" ma:list="{02d450f1-a9d0-4e0a-92b5-08d17e719103}" ma:internalName="TaxCatchAll" ma:showField="CatchAllData" ma:web="e3b9e024-192f-4b11-811c-3cf166ba4e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.v3" elementFormDefault="qualified">
    <xsd:import namespace="http://schemas.microsoft.com/office/2006/documentManagement/types"/>
    <xsd:import namespace="http://schemas.microsoft.com/office/infopath/2007/PartnerControls"/>
    <xsd:element name="CategoryDescription" ma:index="6" nillable="true" ma:displayName="Description" ma:description="Enter a brief description." ma:internalName="CategoryDescription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Coverage" ma:index="13" nillable="true" ma:displayName="Coverage" ma:description="Enter the geographic location, jurisdiction, or time period for which the document is relevant." ma:internalName="_Coverage" ma:readOnly="false">
      <xsd:simpleType>
        <xsd:restriction base="dms:Text">
          <xsd:maxLength value="255"/>
        </xsd:restriction>
      </xsd:simpleType>
    </xsd:element>
    <xsd:element name="_Source" ma:index="15" nillable="true" ma:displayName="Source" ma:description="Enter a source from which the document is derived." ma:internalName="_Source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6e08d-59eb-4834-a38a-0b4a1d3a25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33" nillable="true" ma:taxonomy="true" ma:internalName="lcf76f155ced4ddcb4097134ff3c332f" ma:taxonomyFieldName="MediaServiceImageTags" ma:displayName="Image Tags" ma:readOnly="false" ma:fieldId="{5cf76f15-5ced-4ddc-b409-7134ff3c332f}" ma:taxonomyMulti="true" ma:sspId="29f62856-1543-49d4-a736-4569d363f5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3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b9e024-192f-4b11-811c-3cf166ba4edd" elementFormDefault="qualified">
    <xsd:import namespace="http://schemas.microsoft.com/office/2006/documentManagement/types"/>
    <xsd:import namespace="http://schemas.microsoft.com/office/infopath/2007/PartnerControls"/>
    <xsd:element name="SharedWithUsers" ma:index="3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5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Coverage xmlns="http://schemas.microsoft.com/sharepoint/v3/fields" xsi:nil="true"/>
    <Record xmlns="4ffa91fb-a0ff-4ac5-b2db-65c790d184a4">Shared</Record>
    <EPA_x0020_Office xmlns="4ffa91fb-a0ff-4ac5-b2db-65c790d184a4" xsi:nil="true"/>
    <Document_x0020_Creation_x0020_Date xmlns="4ffa91fb-a0ff-4ac5-b2db-65c790d184a4">2024-02-27T21:40:31+00:00</Document_x0020_Creation_x0020_Date>
    <EPA_x0020_Related_x0020_Documents xmlns="4ffa91fb-a0ff-4ac5-b2db-65c790d184a4" xsi:nil="true"/>
    <_Source xmlns="http://schemas.microsoft.com/sharepoint/v3/fields" xsi:nil="true"/>
    <CategoryDescription xmlns="http://schemas.microsoft.com/sharepoint.v3" xsi:nil="true"/>
    <EPA_x0020_Contributor xmlns="4ffa91fb-a0ff-4ac5-b2db-65c790d184a4">
      <UserInfo>
        <DisplayName/>
        <AccountId xsi:nil="true"/>
        <AccountType/>
      </UserInfo>
    </EPA_x0020_Contributor>
    <TaxKeywordTaxHTField xmlns="4ffa91fb-a0ff-4ac5-b2db-65c790d184a4">
      <Terms xmlns="http://schemas.microsoft.com/office/infopath/2007/PartnerControls"/>
    </TaxKeywordTaxHTField>
    <Rights xmlns="4ffa91fb-a0ff-4ac5-b2db-65c790d184a4" xsi:nil="true"/>
    <External_x0020_Contributor xmlns="4ffa91fb-a0ff-4ac5-b2db-65c790d184a4" xsi:nil="true"/>
    <Identifier xmlns="4ffa91fb-a0ff-4ac5-b2db-65c790d184a4" xsi:nil="true"/>
    <Creator xmlns="4ffa91fb-a0ff-4ac5-b2db-65c790d184a4">
      <UserInfo>
        <DisplayName/>
        <AccountId xsi:nil="true"/>
        <AccountType/>
      </UserInfo>
    </Creator>
    <Language xmlns="http://schemas.microsoft.com/sharepoint/v3">English</Language>
    <j747ac98061d40f0aa7bd47e1db5675d xmlns="4ffa91fb-a0ff-4ac5-b2db-65c790d184a4">
      <Terms xmlns="http://schemas.microsoft.com/office/infopath/2007/PartnerControls"/>
    </j747ac98061d40f0aa7bd47e1db5675d>
    <lcf76f155ced4ddcb4097134ff3c332f xmlns="6316e08d-59eb-4834-a38a-0b4a1d3a2532">
      <Terms xmlns="http://schemas.microsoft.com/office/infopath/2007/PartnerControls"/>
    </lcf76f155ced4ddcb4097134ff3c332f>
    <TaxCatchAll xmlns="4ffa91fb-a0ff-4ac5-b2db-65c790d184a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29f62856-1543-49d4-a736-4569d363f533" ContentTypeId="0x0101" PreviousValue="false"/>
</file>

<file path=customXml/itemProps1.xml><?xml version="1.0" encoding="utf-8"?>
<ds:datastoreItem xmlns:ds="http://schemas.openxmlformats.org/officeDocument/2006/customXml" ds:itemID="{9C1FA022-F433-400C-81B1-B31A030541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ffa91fb-a0ff-4ac5-b2db-65c790d184a4"/>
    <ds:schemaRef ds:uri="http://schemas.microsoft.com/sharepoint.v3"/>
    <ds:schemaRef ds:uri="http://schemas.microsoft.com/sharepoint/v3/fields"/>
    <ds:schemaRef ds:uri="6316e08d-59eb-4834-a38a-0b4a1d3a2532"/>
    <ds:schemaRef ds:uri="e3b9e024-192f-4b11-811c-3cf166ba4e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0D4BC6-66B6-45FF-AEB9-0582C82716A0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4ffa91fb-a0ff-4ac5-b2db-65c790d184a4"/>
    <ds:schemaRef ds:uri="http://schemas.microsoft.com/sharepoint.v3"/>
    <ds:schemaRef ds:uri="http://schemas.microsoft.com/sharepoint/v3"/>
    <ds:schemaRef ds:uri="6316e08d-59eb-4834-a38a-0b4a1d3a2532"/>
  </ds:schemaRefs>
</ds:datastoreItem>
</file>

<file path=customXml/itemProps3.xml><?xml version="1.0" encoding="utf-8"?>
<ds:datastoreItem xmlns:ds="http://schemas.openxmlformats.org/officeDocument/2006/customXml" ds:itemID="{D3AD9735-A544-4AB9-A37B-F65D744B094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D1A5E5B-72DB-4125-8597-E3767EAA7323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6454</TotalTime>
  <Words>1369</Words>
  <Application>Microsoft Office PowerPoint</Application>
  <PresentationFormat>Widescreen</PresentationFormat>
  <Paragraphs>285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Work habits &amp; tools for reproducible research</vt:lpstr>
      <vt:lpstr>A little about me</vt:lpstr>
      <vt:lpstr>A little about me</vt:lpstr>
      <vt:lpstr>A little about me</vt:lpstr>
      <vt:lpstr>Work Habits</vt:lpstr>
      <vt:lpstr>Work Habits</vt:lpstr>
      <vt:lpstr>Work Habits</vt:lpstr>
      <vt:lpstr>Directory Organization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Tools for Reproducible Research</vt:lpstr>
      <vt:lpstr>Example Repositories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Parthum, Bryan</dc:creator>
  <cp:lastModifiedBy>Parthum, Bryan</cp:lastModifiedBy>
  <cp:revision>6</cp:revision>
  <dcterms:created xsi:type="dcterms:W3CDTF">2024-02-28T01:57:38Z</dcterms:created>
  <dcterms:modified xsi:type="dcterms:W3CDTF">2024-04-29T04:18:50Z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axKeyword">
    <vt:lpwstr/>
  </property>
  <property fmtid="{D5CDD505-2E9C-101B-9397-08002B2CF9AE}" pid="3" name="ContentTypeId">
    <vt:lpwstr>0x0101007D5A6FCEC7CAE6428412A13C5A7AB639</vt:lpwstr>
  </property>
  <property fmtid="{D5CDD505-2E9C-101B-9397-08002B2CF9AE}" pid="4" name="e3f09c3df709400db2417a7161762d62">
    <vt:lpwstr/>
  </property>
  <property fmtid="{D5CDD505-2E9C-101B-9397-08002B2CF9AE}" pid="5" name="Document Type">
    <vt:lpwstr/>
  </property>
  <property fmtid="{D5CDD505-2E9C-101B-9397-08002B2CF9AE}" pid="6" name="EPA_x0020_Subject">
    <vt:lpwstr/>
  </property>
  <property fmtid="{D5CDD505-2E9C-101B-9397-08002B2CF9AE}" pid="7" name="MediaServiceImageTags">
    <vt:lpwstr/>
  </property>
</Properties>
</file>